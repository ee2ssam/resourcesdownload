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5" r:id="rId11"/>
    <p:sldId id="264" r:id="rId12"/>
    <p:sldId id="267" r:id="rId13"/>
    <p:sldId id="268" r:id="rId14"/>
    <p:sldId id="269" r:id="rId15"/>
    <p:sldId id="272" r:id="rId16"/>
    <p:sldId id="270" r:id="rId17"/>
    <p:sldId id="271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BAC60B-96D9-15E2-AC89-E13C61E018AF}" v="25" dt="2024-10-01T05:12:48.9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-1498" y="-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YUN JONG LEE" userId="d5e9c3597b4f1658" providerId="Windows Live" clId="Web-{DABDAD4C-4904-D2D6-B205-96E3481CD827}"/>
    <pc:docChg chg="addSld modSld sldOrd">
      <pc:chgData name="HYUN JONG LEE" userId="d5e9c3597b4f1658" providerId="Windows Live" clId="Web-{DABDAD4C-4904-D2D6-B205-96E3481CD827}" dt="2024-08-26T10:16:56.511" v="201" actId="20577"/>
      <pc:docMkLst>
        <pc:docMk/>
      </pc:docMkLst>
      <pc:sldChg chg="modSp">
        <pc:chgData name="HYUN JONG LEE" userId="d5e9c3597b4f1658" providerId="Windows Live" clId="Web-{DABDAD4C-4904-D2D6-B205-96E3481CD827}" dt="2024-08-26T10:11:57.705" v="45" actId="20577"/>
        <pc:sldMkLst>
          <pc:docMk/>
          <pc:sldMk cId="2412320857" sldId="274"/>
        </pc:sldMkLst>
        <pc:spChg chg="mod">
          <ac:chgData name="HYUN JONG LEE" userId="d5e9c3597b4f1658" providerId="Windows Live" clId="Web-{DABDAD4C-4904-D2D6-B205-96E3481CD827}" dt="2024-08-26T10:11:57.705" v="45" actId="20577"/>
          <ac:spMkLst>
            <pc:docMk/>
            <pc:sldMk cId="2412320857" sldId="274"/>
            <ac:spMk id="3" creationId="{00000000-0000-0000-0000-000000000000}"/>
          </ac:spMkLst>
        </pc:spChg>
      </pc:sldChg>
      <pc:sldChg chg="modSp add ord replId">
        <pc:chgData name="HYUN JONG LEE" userId="d5e9c3597b4f1658" providerId="Windows Live" clId="Web-{DABDAD4C-4904-D2D6-B205-96E3481CD827}" dt="2024-08-26T10:16:56.511" v="201" actId="20577"/>
        <pc:sldMkLst>
          <pc:docMk/>
          <pc:sldMk cId="3092743948" sldId="275"/>
        </pc:sldMkLst>
        <pc:spChg chg="mod">
          <ac:chgData name="HYUN JONG LEE" userId="d5e9c3597b4f1658" providerId="Windows Live" clId="Web-{DABDAD4C-4904-D2D6-B205-96E3481CD827}" dt="2024-08-26T10:16:56.511" v="201" actId="20577"/>
          <ac:spMkLst>
            <pc:docMk/>
            <pc:sldMk cId="3092743948" sldId="275"/>
            <ac:spMk id="3" creationId="{00000000-0000-0000-0000-000000000000}"/>
          </ac:spMkLst>
        </pc:spChg>
      </pc:sldChg>
    </pc:docChg>
  </pc:docChgLst>
  <pc:docChgLst>
    <pc:chgData name="HYUN JONG LEE" userId="d5e9c3597b4f1658" providerId="Windows Live" clId="Web-{68BAC60B-96D9-15E2-AC89-E13C61E018AF}"/>
    <pc:docChg chg="modSld">
      <pc:chgData name="HYUN JONG LEE" userId="d5e9c3597b4f1658" providerId="Windows Live" clId="Web-{68BAC60B-96D9-15E2-AC89-E13C61E018AF}" dt="2024-10-01T05:12:48.911" v="19" actId="20577"/>
      <pc:docMkLst>
        <pc:docMk/>
      </pc:docMkLst>
      <pc:sldChg chg="modSp">
        <pc:chgData name="HYUN JONG LEE" userId="d5e9c3597b4f1658" providerId="Windows Live" clId="Web-{68BAC60B-96D9-15E2-AC89-E13C61E018AF}" dt="2024-10-01T05:08:44.212" v="2" actId="20577"/>
        <pc:sldMkLst>
          <pc:docMk/>
          <pc:sldMk cId="58358680" sldId="270"/>
        </pc:sldMkLst>
        <pc:spChg chg="mod">
          <ac:chgData name="HYUN JONG LEE" userId="d5e9c3597b4f1658" providerId="Windows Live" clId="Web-{68BAC60B-96D9-15E2-AC89-E13C61E018AF}" dt="2024-10-01T05:08:44.212" v="2" actId="20577"/>
          <ac:spMkLst>
            <pc:docMk/>
            <pc:sldMk cId="58358680" sldId="270"/>
            <ac:spMk id="3" creationId="{00000000-0000-0000-0000-000000000000}"/>
          </ac:spMkLst>
        </pc:spChg>
      </pc:sldChg>
      <pc:sldChg chg="modSp">
        <pc:chgData name="HYUN JONG LEE" userId="d5e9c3597b4f1658" providerId="Windows Live" clId="Web-{68BAC60B-96D9-15E2-AC89-E13C61E018AF}" dt="2024-10-01T05:08:50.463" v="4" actId="20577"/>
        <pc:sldMkLst>
          <pc:docMk/>
          <pc:sldMk cId="541110402" sldId="271"/>
        </pc:sldMkLst>
        <pc:spChg chg="mod">
          <ac:chgData name="HYUN JONG LEE" userId="d5e9c3597b4f1658" providerId="Windows Live" clId="Web-{68BAC60B-96D9-15E2-AC89-E13C61E018AF}" dt="2024-10-01T05:08:50.463" v="4" actId="20577"/>
          <ac:spMkLst>
            <pc:docMk/>
            <pc:sldMk cId="541110402" sldId="271"/>
            <ac:spMk id="3" creationId="{00000000-0000-0000-0000-000000000000}"/>
          </ac:spMkLst>
        </pc:spChg>
      </pc:sldChg>
      <pc:sldChg chg="modSp">
        <pc:chgData name="HYUN JONG LEE" userId="d5e9c3597b4f1658" providerId="Windows Live" clId="Web-{68BAC60B-96D9-15E2-AC89-E13C61E018AF}" dt="2024-10-01T05:08:37.197" v="0" actId="20577"/>
        <pc:sldMkLst>
          <pc:docMk/>
          <pc:sldMk cId="3246048032" sldId="272"/>
        </pc:sldMkLst>
        <pc:spChg chg="mod">
          <ac:chgData name="HYUN JONG LEE" userId="d5e9c3597b4f1658" providerId="Windows Live" clId="Web-{68BAC60B-96D9-15E2-AC89-E13C61E018AF}" dt="2024-10-01T05:08:37.197" v="0" actId="20577"/>
          <ac:spMkLst>
            <pc:docMk/>
            <pc:sldMk cId="3246048032" sldId="272"/>
            <ac:spMk id="3" creationId="{00000000-0000-0000-0000-000000000000}"/>
          </ac:spMkLst>
        </pc:spChg>
      </pc:sldChg>
      <pc:sldChg chg="modSp">
        <pc:chgData name="HYUN JONG LEE" userId="d5e9c3597b4f1658" providerId="Windows Live" clId="Web-{68BAC60B-96D9-15E2-AC89-E13C61E018AF}" dt="2024-10-01T05:09:04.932" v="7" actId="20577"/>
        <pc:sldMkLst>
          <pc:docMk/>
          <pc:sldMk cId="1877501162" sldId="273"/>
        </pc:sldMkLst>
        <pc:spChg chg="mod">
          <ac:chgData name="HYUN JONG LEE" userId="d5e9c3597b4f1658" providerId="Windows Live" clId="Web-{68BAC60B-96D9-15E2-AC89-E13C61E018AF}" dt="2024-10-01T05:09:04.932" v="7" actId="20577"/>
          <ac:spMkLst>
            <pc:docMk/>
            <pc:sldMk cId="1877501162" sldId="273"/>
            <ac:spMk id="3" creationId="{00000000-0000-0000-0000-000000000000}"/>
          </ac:spMkLst>
        </pc:spChg>
      </pc:sldChg>
      <pc:sldChg chg="modSp">
        <pc:chgData name="HYUN JONG LEE" userId="d5e9c3597b4f1658" providerId="Windows Live" clId="Web-{68BAC60B-96D9-15E2-AC89-E13C61E018AF}" dt="2024-10-01T05:12:48.911" v="19" actId="20577"/>
        <pc:sldMkLst>
          <pc:docMk/>
          <pc:sldMk cId="2412320857" sldId="274"/>
        </pc:sldMkLst>
        <pc:spChg chg="mod">
          <ac:chgData name="HYUN JONG LEE" userId="d5e9c3597b4f1658" providerId="Windows Live" clId="Web-{68BAC60B-96D9-15E2-AC89-E13C61E018AF}" dt="2024-10-01T05:12:48.911" v="19" actId="20577"/>
          <ac:spMkLst>
            <pc:docMk/>
            <pc:sldMk cId="2412320857" sldId="274"/>
            <ac:spMk id="3" creationId="{00000000-0000-0000-0000-000000000000}"/>
          </ac:spMkLst>
        </pc:spChg>
      </pc:sldChg>
      <pc:sldChg chg="modSp">
        <pc:chgData name="HYUN JONG LEE" userId="d5e9c3597b4f1658" providerId="Windows Live" clId="Web-{68BAC60B-96D9-15E2-AC89-E13C61E018AF}" dt="2024-10-01T05:09:19.198" v="13" actId="20577"/>
        <pc:sldMkLst>
          <pc:docMk/>
          <pc:sldMk cId="3092743948" sldId="275"/>
        </pc:sldMkLst>
        <pc:spChg chg="mod">
          <ac:chgData name="HYUN JONG LEE" userId="d5e9c3597b4f1658" providerId="Windows Live" clId="Web-{68BAC60B-96D9-15E2-AC89-E13C61E018AF}" dt="2024-10-01T05:09:19.198" v="13" actId="20577"/>
          <ac:spMkLst>
            <pc:docMk/>
            <pc:sldMk cId="3092743948" sldId="275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35B706-5439-417A-AEA2-5C5D2DF44770}" type="datetimeFigureOut">
              <a:rPr lang="ko-KR" altLang="en-US" smtClean="0"/>
              <a:t>2024-09-30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0FDE63-6FA3-4399-815E-9BC8D5025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465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0FDE63-6FA3-4399-815E-9BC8D502554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7140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E493F-7782-4EFB-9A1A-C61A1AEB3B6F}" type="datetimeFigureOut">
              <a:rPr lang="ko-KR" altLang="en-US" smtClean="0"/>
              <a:t>2024-09-30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092B-DC8E-47D6-8883-D0909FFCAD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7763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E493F-7782-4EFB-9A1A-C61A1AEB3B6F}" type="datetimeFigureOut">
              <a:rPr lang="ko-KR" altLang="en-US" smtClean="0"/>
              <a:t>2024-09-30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092B-DC8E-47D6-8883-D0909FFCAD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898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E493F-7782-4EFB-9A1A-C61A1AEB3B6F}" type="datetimeFigureOut">
              <a:rPr lang="ko-KR" altLang="en-US" smtClean="0"/>
              <a:t>2024-09-30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092B-DC8E-47D6-8883-D0909FFCAD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34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E493F-7782-4EFB-9A1A-C61A1AEB3B6F}" type="datetimeFigureOut">
              <a:rPr lang="ko-KR" altLang="en-US" smtClean="0"/>
              <a:t>2024-09-30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092B-DC8E-47D6-8883-D0909FFCAD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4437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E493F-7782-4EFB-9A1A-C61A1AEB3B6F}" type="datetimeFigureOut">
              <a:rPr lang="ko-KR" altLang="en-US" smtClean="0"/>
              <a:t>2024-09-30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092B-DC8E-47D6-8883-D0909FFCAD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809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E493F-7782-4EFB-9A1A-C61A1AEB3B6F}" type="datetimeFigureOut">
              <a:rPr lang="ko-KR" altLang="en-US" smtClean="0"/>
              <a:t>2024-09-30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092B-DC8E-47D6-8883-D0909FFCAD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3209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E493F-7782-4EFB-9A1A-C61A1AEB3B6F}" type="datetimeFigureOut">
              <a:rPr lang="ko-KR" altLang="en-US" smtClean="0"/>
              <a:t>2024-09-30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092B-DC8E-47D6-8883-D0909FFCAD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0553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E493F-7782-4EFB-9A1A-C61A1AEB3B6F}" type="datetimeFigureOut">
              <a:rPr lang="ko-KR" altLang="en-US" smtClean="0"/>
              <a:t>2024-09-30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092B-DC8E-47D6-8883-D0909FFCAD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087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E493F-7782-4EFB-9A1A-C61A1AEB3B6F}" type="datetimeFigureOut">
              <a:rPr lang="ko-KR" altLang="en-US" smtClean="0"/>
              <a:t>2024-09-30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092B-DC8E-47D6-8883-D0909FFCAD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9467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E493F-7782-4EFB-9A1A-C61A1AEB3B6F}" type="datetimeFigureOut">
              <a:rPr lang="ko-KR" altLang="en-US" smtClean="0"/>
              <a:t>2024-09-30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092B-DC8E-47D6-8883-D0909FFCAD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3472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E493F-7782-4EFB-9A1A-C61A1AEB3B6F}" type="datetimeFigureOut">
              <a:rPr lang="ko-KR" altLang="en-US" smtClean="0"/>
              <a:t>2024-09-30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092B-DC8E-47D6-8883-D0909FFCAD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4740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7E493F-7782-4EFB-9A1A-C61A1AEB3B6F}" type="datetimeFigureOut">
              <a:rPr lang="ko-KR" altLang="en-US" smtClean="0"/>
              <a:t>2024-09-30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2092B-DC8E-47D6-8883-D0909FFCAD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01178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-scm.com/downloads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ourcetreeapp.com/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196753"/>
            <a:ext cx="7772400" cy="2232248"/>
          </a:xfrm>
        </p:spPr>
        <p:txBody>
          <a:bodyPr>
            <a:noAutofit/>
          </a:bodyPr>
          <a:lstStyle/>
          <a:p>
            <a:pPr algn="ctr"/>
            <a:r>
              <a:rPr lang="en-US" altLang="ko-KR" sz="150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Git</a:t>
            </a:r>
            <a:endParaRPr lang="ko-KR" altLang="en-US" sz="24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7298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8563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1. 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버전 관리 시스템이란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?</a:t>
            </a:r>
          </a:p>
          <a:p>
            <a:pPr marL="0" indent="0">
              <a:buNone/>
            </a:pPr>
            <a:endParaRPr lang="en-US" altLang="ko-KR" sz="24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marL="0" indent="0">
              <a:buNone/>
            </a:pP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**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버전 관리 시스템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(VCS)**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은 소스 코드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문서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웹사이트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그래픽 파일 등 다양한 디지털 파일의 변화를 시간에 따라 기록하고 관리하는 소프트웨어 도구입니다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. 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이를 통해 파일의 과거 버전으로 돌아가거나 특정 버전의 내용을 비교할 수 있습니다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03941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8563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2. 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버전 관리 시스템 주요 기능</a:t>
            </a:r>
            <a:endParaRPr lang="en-US" altLang="ko-KR" sz="24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marL="0" indent="0">
              <a:buNone/>
            </a:pPr>
            <a:endParaRPr lang="ko-KR" altLang="en-US" sz="24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marL="0" indent="0">
              <a:buNone/>
            </a:pP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1) 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변경 이력 추적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: 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파일의 모든 변경 사항을 시간 순서대로 기록합니다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  <a:p>
            <a:pPr marL="0" indent="0">
              <a:buNone/>
            </a:pP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2) 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협업 지원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: 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여러 사용자가 동시에 파일을 수정할 수 있도록 돕습니다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  <a:p>
            <a:pPr marL="0" indent="0">
              <a:buNone/>
            </a:pP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3) 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복구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: 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이전 버전으로 되돌리거나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특정 시점의 상태로 복구할 수 있습니다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  <a:p>
            <a:pPr marL="0" indent="0">
              <a:buNone/>
            </a:pP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4) 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비교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: 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두 버전 간의 차이점을 비교할 수 있습니다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  <a:p>
            <a:pPr marL="0" indent="0">
              <a:buNone/>
            </a:pP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5) 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분기 및 병합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: 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독립적인 </a:t>
            </a:r>
            <a:r>
              <a:rPr lang="ko-KR" altLang="en-US" sz="2400" b="1" dirty="0" err="1">
                <a:latin typeface="돋움" panose="020B0600000101010101" pitchFamily="50" charset="-127"/>
                <a:ea typeface="돋움" panose="020B0600000101010101" pitchFamily="50" charset="-127"/>
              </a:rPr>
              <a:t>브랜치를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 만들어서 별도로 작업한 후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이를 병합할 수 있습니다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  <a:p>
            <a:pPr marL="0" indent="0">
              <a:buNone/>
            </a:pPr>
            <a:endParaRPr lang="ko-KR" altLang="en-US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20456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8563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3. 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버전 관리 시스템 장점</a:t>
            </a:r>
            <a:endParaRPr lang="en-US" altLang="ko-KR" sz="24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marL="0" indent="0">
              <a:buNone/>
            </a:pPr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marL="0" indent="0">
              <a:buNone/>
            </a:pP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1) 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효율적인 협업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: 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여러 사람이 동시에 같은 파일을 작업할 때 충돌을 최소화하고 효율적으로 관리할 수 있습니다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  <a:p>
            <a:pPr marL="0" indent="0">
              <a:buNone/>
            </a:pP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2) 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이력 관리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: 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모든 변경 사항이 기록되므로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언제든지 과거의 특정 시점으로 돌아갈 수 있습니다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  <a:p>
            <a:pPr marL="0" indent="0">
              <a:buNone/>
            </a:pP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3) 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백업 및 복구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: 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작업 내용이 저장소에 안전하게 백업되므로 데이터 손실을 방지할 수 있습니다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  <a:p>
            <a:pPr marL="0" indent="0">
              <a:buNone/>
            </a:pP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4) 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변경 사항 추적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: 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누가 언제 어떤 변경을 했는지 추적할 수 있습니다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  <a:p>
            <a:pPr marL="0" indent="0">
              <a:buNone/>
            </a:pP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5) </a:t>
            </a:r>
            <a:r>
              <a:rPr lang="ko-KR" altLang="en-US" sz="2400" b="1" dirty="0" err="1">
                <a:latin typeface="돋움" panose="020B0600000101010101" pitchFamily="50" charset="-127"/>
                <a:ea typeface="돋움" panose="020B0600000101010101" pitchFamily="50" charset="-127"/>
              </a:rPr>
              <a:t>브랜치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 관리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: 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다양한 실험이나 기능 개발을 독립적으로 진행한 후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검토를 거쳐 메인 프로젝트에 병합할 수 있습니다</a:t>
            </a:r>
          </a:p>
        </p:txBody>
      </p:sp>
    </p:spTree>
    <p:extLst>
      <p:ext uri="{BB962C8B-B14F-4D97-AF65-F5344CB8AC3E}">
        <p14:creationId xmlns:p14="http://schemas.microsoft.com/office/powerpoint/2010/main" val="710855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8563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4. 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대표적인 버전 관리 시스템</a:t>
            </a:r>
            <a:endParaRPr lang="en-US" altLang="ko-KR" sz="24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marL="0" indent="0">
              <a:buNone/>
            </a:pPr>
            <a:endParaRPr lang="ko-KR" altLang="en-US" sz="24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marL="0" indent="0">
              <a:buNone/>
            </a:pP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1) </a:t>
            </a:r>
            <a:r>
              <a:rPr lang="en-US" altLang="ko-KR" sz="2400" b="1" dirty="0" err="1">
                <a:latin typeface="돋움" panose="020B0600000101010101" pitchFamily="50" charset="-127"/>
                <a:ea typeface="돋움" panose="020B0600000101010101" pitchFamily="50" charset="-127"/>
              </a:rPr>
              <a:t>Git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: 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분산 버전 관리 시스템으로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현재 가장 널리 사용됩니다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  <a:p>
            <a:pPr marL="0" indent="0">
              <a:buNone/>
            </a:pP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2) Subversion(SVN): 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중앙집중식 버전 관리 시스템으로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en-US" altLang="ko-KR" sz="2400" b="1" dirty="0" err="1">
                <a:latin typeface="돋움" panose="020B0600000101010101" pitchFamily="50" charset="-127"/>
                <a:ea typeface="돋움" panose="020B0600000101010101" pitchFamily="50" charset="-127"/>
              </a:rPr>
              <a:t>Git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 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이전에 많이 사용되었습니다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  <a:p>
            <a:pPr marL="0" indent="0">
              <a:buNone/>
            </a:pP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3) Mercurial: </a:t>
            </a:r>
            <a:r>
              <a:rPr lang="en-US" altLang="ko-KR" sz="2400" b="1" dirty="0" err="1">
                <a:latin typeface="돋움" panose="020B0600000101010101" pitchFamily="50" charset="-127"/>
                <a:ea typeface="돋움" panose="020B0600000101010101" pitchFamily="50" charset="-127"/>
              </a:rPr>
              <a:t>Git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과 유사한 분산 버전 관리 시스템입니다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  <a:p>
            <a:pPr marL="0" indent="0">
              <a:buNone/>
            </a:pP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4) CVS: 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오래된 중앙집중식 버전 관리 시스템입니다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  <a:endParaRPr lang="ko-KR" altLang="en-US" sz="24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52037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8563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5. 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버전 관리 시스템의 종류</a:t>
            </a:r>
            <a:endParaRPr lang="en-US" altLang="ko-KR" sz="24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marL="0" indent="0">
              <a:buNone/>
            </a:pPr>
            <a:endParaRPr lang="ko-KR" altLang="en-US" sz="24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marL="0" indent="0">
              <a:buNone/>
            </a:pP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1) 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로컬 버전 관리 시스템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(Local VCS)</a:t>
            </a:r>
            <a:endParaRPr lang="en-US" altLang="ko-KR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1" y="2204865"/>
            <a:ext cx="5760638" cy="3726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696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8563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5. 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버전 관리 시스템의 종류</a:t>
            </a:r>
            <a:endParaRPr lang="en-US" altLang="ko-KR" sz="24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marL="0" indent="0">
              <a:buNone/>
            </a:pPr>
            <a:endParaRPr lang="ko-KR" altLang="en-US" sz="24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marL="0" indent="0">
              <a:buNone/>
            </a:pP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1) 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로컬 버전 관리 시스템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(Local VCS)</a:t>
            </a:r>
          </a:p>
          <a:p>
            <a:pPr marL="0" indent="0">
              <a:buNone/>
            </a:pPr>
            <a:r>
              <a:rPr lang="ko-KR" altLang="en-US" sz="2400" b="1" dirty="0" err="1">
                <a:latin typeface="돋움" panose="020B0600000101010101" pitchFamily="50" charset="-127"/>
                <a:ea typeface="돋움" panose="020B0600000101010101" pitchFamily="50" charset="-127"/>
              </a:rPr>
              <a:t>디렉토리에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 파일을 복사해 버전을 관리하는 방식은 간단하기 때문에 자주 사용되지만 실수로 삭제하거나 파일을 잘못 고치는 문제 때문에 데이터베이스를 사용해 파일의 변경 정보를 관리하는 시스템을 만들었는데 그것이 로컬 버전 관리 시스템이다</a:t>
            </a:r>
          </a:p>
          <a:p>
            <a:pPr marL="0" indent="0">
              <a:buNone/>
            </a:pP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여러 사람과의 협업보다는 개인 프로젝트에 적합하며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컴퓨터가 고장 나 내부 정보가 통째로 날아간다면 복구할 방법이 없다는 단점이 있다</a:t>
            </a:r>
          </a:p>
          <a:p>
            <a:pPr marL="0" indent="0">
              <a:buNone/>
            </a:pP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예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: RCS(Revision Control System)</a:t>
            </a:r>
          </a:p>
          <a:p>
            <a:pPr marL="0" indent="0">
              <a:buNone/>
            </a:pPr>
            <a:endParaRPr lang="ko-KR" altLang="en-US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82928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8563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5. 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버전 관리 시스템의 종류</a:t>
            </a:r>
            <a:endParaRPr lang="en-US" altLang="ko-KR" sz="24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marL="0" indent="0">
              <a:buNone/>
            </a:pPr>
            <a:endParaRPr lang="ko-KR" altLang="en-US" sz="24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marL="0" indent="0">
              <a:buNone/>
            </a:pP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2) 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중앙집중식 버전 관리 시스템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(Centralized VCS)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1" y="2358482"/>
            <a:ext cx="5760638" cy="3419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5470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8563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5. 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버전 관리 시스템의 종류</a:t>
            </a:r>
            <a:endParaRPr lang="en-US" altLang="ko-KR" sz="24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marL="0" indent="0">
              <a:buNone/>
            </a:pPr>
            <a:endParaRPr lang="ko-KR" altLang="en-US" sz="24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marL="0" indent="0">
              <a:buNone/>
            </a:pP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2) 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중앙집중식 버전 관리 시스템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(Centralized VCS)</a:t>
            </a:r>
          </a:p>
          <a:p>
            <a:pPr marL="0" indent="0">
              <a:buNone/>
            </a:pP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중앙 서버에서 모든 버전의 데이터를 관리 및 저장하며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수정하기 위해서는 서버에 요청해 파일을 받은 후 수정하고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다시 서버에 올리는 방식이다</a:t>
            </a:r>
          </a:p>
          <a:p>
            <a:pPr marL="0" indent="0">
              <a:buNone/>
            </a:pP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로컬 버전 관리보다 협업이 쉬워지고 관리자가 누가 어떤 일을 하고 있는지 알기 쉬운 장점이 있다</a:t>
            </a:r>
            <a:endParaRPr lang="en-US" altLang="ko-KR" sz="24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marL="0" indent="0">
              <a:buNone/>
            </a:pP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예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: CVS, Subversion(SVN)</a:t>
            </a:r>
          </a:p>
        </p:txBody>
      </p:sp>
    </p:spTree>
    <p:extLst>
      <p:ext uri="{BB962C8B-B14F-4D97-AF65-F5344CB8AC3E}">
        <p14:creationId xmlns:p14="http://schemas.microsoft.com/office/powerpoint/2010/main" val="2982140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8563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5. 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버전 관리 시스템의 종류</a:t>
            </a:r>
            <a:endParaRPr lang="en-US" altLang="ko-KR" sz="24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marL="0" indent="0">
              <a:buNone/>
            </a:pPr>
            <a:endParaRPr lang="ko-KR" altLang="en-US" sz="24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marL="0" indent="0">
              <a:buNone/>
            </a:pP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2) 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중앙집중식 버전 관리 시스템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(Centralized VCS)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2445" y="2358482"/>
            <a:ext cx="4639110" cy="3419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6436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8563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5. 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버전 관리 시스템의 종류</a:t>
            </a:r>
            <a:endParaRPr lang="en-US" altLang="ko-KR" sz="24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marL="0" indent="0">
              <a:buNone/>
            </a:pPr>
            <a:endParaRPr lang="ko-KR" altLang="en-US" sz="24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marL="0" indent="0">
              <a:buNone/>
            </a:pP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3) 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분산 버전 관리 시스템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(Distributed VCS)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4233" y="2358482"/>
            <a:ext cx="4295534" cy="3419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2772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8563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5. 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버전 관리 시스템의 종류</a:t>
            </a:r>
            <a:endParaRPr lang="en-US" altLang="ko-KR" sz="24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marL="0" indent="0">
              <a:buNone/>
            </a:pPr>
            <a:endParaRPr lang="ko-KR" altLang="en-US" sz="24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marL="0" indent="0">
              <a:buNone/>
            </a:pP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3) 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분산 버전 관리 시스템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(Distributed VCS)</a:t>
            </a:r>
          </a:p>
          <a:p>
            <a:pPr marL="0" indent="0">
              <a:buNone/>
            </a:pP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서버뿐만 아니라 모든 사용자기 모든 버전에 대한 </a:t>
            </a:r>
            <a:r>
              <a:rPr lang="ko-KR" altLang="en-US" sz="2400" b="1" dirty="0" err="1">
                <a:latin typeface="돋움" panose="020B0600000101010101" pitchFamily="50" charset="-127"/>
                <a:ea typeface="돋움" panose="020B0600000101010101" pitchFamily="50" charset="-127"/>
              </a:rPr>
              <a:t>히스토리를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 가지고 있기 때문에 로컬에서도 수정 이력과 내용을 볼 수 있다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. </a:t>
            </a:r>
          </a:p>
          <a:p>
            <a:pPr marL="0" indent="0">
              <a:buNone/>
            </a:pP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그리고 인터넷 연결 문제 때문에 작업에 지장을 받지 않으며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만약 중앙 서버나 로컬 컴퓨터가 고장 나도 정상적인 로컬이 하나면 살아 있어도 모든 데이터를 복원하는데 문제가 되지 않기 때문에 가장 안정적이고 편리하나 이는 로컬의 저장 공간을 점유한다는 단점이 존재한다</a:t>
            </a:r>
          </a:p>
          <a:p>
            <a:pPr marL="0" indent="0">
              <a:buNone/>
            </a:pP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예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: </a:t>
            </a:r>
            <a:r>
              <a:rPr lang="en-US" altLang="ko-KR" sz="2400" b="1" dirty="0" err="1">
                <a:latin typeface="돋움" panose="020B0600000101010101" pitchFamily="50" charset="-127"/>
                <a:ea typeface="돋움" panose="020B0600000101010101" pitchFamily="50" charset="-127"/>
              </a:rPr>
              <a:t>Git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, Mercurial</a:t>
            </a:r>
          </a:p>
          <a:p>
            <a:pPr marL="0" indent="0">
              <a:buNone/>
            </a:pPr>
            <a:endParaRPr lang="ko-KR" altLang="en-US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28056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8563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1. </a:t>
            </a:r>
            <a:r>
              <a:rPr lang="en-US" altLang="ko-KR" sz="2400" b="1" dirty="0" err="1">
                <a:latin typeface="돋움" panose="020B0600000101010101" pitchFamily="50" charset="-127"/>
                <a:ea typeface="돋움" panose="020B0600000101010101" pitchFamily="50" charset="-127"/>
              </a:rPr>
              <a:t>Git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이란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?</a:t>
            </a:r>
          </a:p>
          <a:p>
            <a:pPr marL="0" indent="0">
              <a:buNone/>
            </a:pPr>
            <a:endParaRPr lang="en-US" altLang="ko-KR" sz="24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marL="0" indent="0">
              <a:buNone/>
            </a:pPr>
            <a:r>
              <a:rPr lang="en-US" altLang="ko-KR" sz="2400" b="1" dirty="0" err="1">
                <a:latin typeface="돋움" panose="020B0600000101010101" pitchFamily="50" charset="-127"/>
                <a:ea typeface="돋움" panose="020B0600000101010101" pitchFamily="50" charset="-127"/>
              </a:rPr>
              <a:t>Git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은 소프트웨어 개발에서 소스 코드를 관리하기 위해 널리 사용되는 분산 버전 관리 시스템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(DVCS)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입니다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. </a:t>
            </a:r>
            <a:r>
              <a:rPr lang="ko-KR" altLang="en-US" sz="2400" b="1" dirty="0" err="1">
                <a:latin typeface="돋움" panose="020B0600000101010101" pitchFamily="50" charset="-127"/>
                <a:ea typeface="돋움" panose="020B0600000101010101" pitchFamily="50" charset="-127"/>
              </a:rPr>
              <a:t>리누스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 </a:t>
            </a:r>
            <a:r>
              <a:rPr lang="ko-KR" altLang="en-US" sz="2400" b="1" dirty="0" err="1">
                <a:latin typeface="돋움" panose="020B0600000101010101" pitchFamily="50" charset="-127"/>
                <a:ea typeface="돋움" panose="020B0600000101010101" pitchFamily="50" charset="-127"/>
              </a:rPr>
              <a:t>토르발스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(Linus Torvalds)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가 </a:t>
            </a:r>
            <a:r>
              <a:rPr lang="ko-KR" altLang="en-US" sz="2400" b="1" dirty="0" err="1">
                <a:latin typeface="돋움" panose="020B0600000101010101" pitchFamily="50" charset="-127"/>
                <a:ea typeface="돋움" panose="020B0600000101010101" pitchFamily="50" charset="-127"/>
              </a:rPr>
              <a:t>리눅스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 </a:t>
            </a:r>
            <a:r>
              <a:rPr lang="ko-KR" altLang="en-US" sz="2400" b="1" dirty="0" err="1">
                <a:latin typeface="돋움" panose="020B0600000101010101" pitchFamily="50" charset="-127"/>
                <a:ea typeface="돋움" panose="020B0600000101010101" pitchFamily="50" charset="-127"/>
              </a:rPr>
              <a:t>커널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 개발을 위해 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2005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년에 처음 개발했으며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현재는 많은 개발자들과 팀들이 사용하고 있습니다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470874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8563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2. </a:t>
            </a:r>
            <a:r>
              <a:rPr lang="en-US" altLang="ko-KR" sz="2400" b="1" dirty="0" err="1">
                <a:latin typeface="돋움" panose="020B0600000101010101" pitchFamily="50" charset="-127"/>
                <a:ea typeface="돋움" panose="020B0600000101010101" pitchFamily="50" charset="-127"/>
              </a:rPr>
              <a:t>Git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의 주요 기능</a:t>
            </a:r>
            <a:endParaRPr lang="en-US" altLang="ko-KR" sz="24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marL="0" indent="0">
              <a:buNone/>
            </a:pPr>
            <a:endParaRPr lang="en-US" altLang="ko-KR" sz="24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marL="0" indent="0">
              <a:buNone/>
            </a:pP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1) 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버전 관리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: 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코드를 여러 버전으로 관리하여 언제든지 이전 버전으로 되돌아갈 수 있습니다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  <a:p>
            <a:pPr marL="0" indent="0">
              <a:buNone/>
            </a:pP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2) </a:t>
            </a:r>
            <a:r>
              <a:rPr lang="ko-KR" altLang="en-US" sz="2400" b="1" dirty="0" err="1">
                <a:latin typeface="돋움" panose="020B0600000101010101" pitchFamily="50" charset="-127"/>
                <a:ea typeface="돋움" panose="020B0600000101010101" pitchFamily="50" charset="-127"/>
              </a:rPr>
              <a:t>분산형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 저장소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: 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중앙 서버가 없어도 로컬 저장소를 통해 모든 </a:t>
            </a:r>
            <a:r>
              <a:rPr lang="ko-KR" altLang="en-US" sz="2400" b="1" dirty="0" err="1">
                <a:latin typeface="돋움" panose="020B0600000101010101" pitchFamily="50" charset="-127"/>
                <a:ea typeface="돋움" panose="020B0600000101010101" pitchFamily="50" charset="-127"/>
              </a:rPr>
              <a:t>히스토리를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 관리할 수 있습니다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  <a:p>
            <a:pPr marL="0" indent="0">
              <a:buNone/>
            </a:pP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3) </a:t>
            </a:r>
            <a:r>
              <a:rPr lang="ko-KR" altLang="en-US" sz="2400" b="1" dirty="0" err="1">
                <a:latin typeface="돋움" panose="020B0600000101010101" pitchFamily="50" charset="-127"/>
                <a:ea typeface="돋움" panose="020B0600000101010101" pitchFamily="50" charset="-127"/>
              </a:rPr>
              <a:t>브랜치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: 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기능을 독립적으로 개발하고 병합할 수 있도록 돕는 </a:t>
            </a:r>
            <a:r>
              <a:rPr lang="ko-KR" altLang="en-US" sz="2400" b="1" dirty="0" err="1">
                <a:latin typeface="돋움" panose="020B0600000101010101" pitchFamily="50" charset="-127"/>
                <a:ea typeface="돋움" panose="020B0600000101010101" pitchFamily="50" charset="-127"/>
              </a:rPr>
              <a:t>브랜칭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(Branching) 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시스템을 제공합니다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  <a:p>
            <a:pPr marL="0" indent="0">
              <a:buNone/>
            </a:pP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4) 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협업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: 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여러 개발자가 동시에 작업할 수 있도록 돕는 다양한 협업 도구를 제공합니다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095288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8563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altLang="ko-KR" sz="2400" b="1" dirty="0">
                <a:latin typeface="돋움"/>
                <a:ea typeface="돋움"/>
              </a:rPr>
              <a:t>3. Git</a:t>
            </a:r>
            <a:r>
              <a:rPr lang="ko-KR" altLang="en-US" sz="2400" b="1" dirty="0">
                <a:latin typeface="돋움"/>
                <a:ea typeface="돋움"/>
              </a:rPr>
              <a:t> 흐름도</a:t>
            </a:r>
            <a:endParaRPr lang="en-US" altLang="ko-KR" sz="2400" b="1" dirty="0">
              <a:latin typeface="돋움"/>
              <a:ea typeface="돋움"/>
            </a:endParaRPr>
          </a:p>
          <a:p>
            <a:pPr marL="0" indent="0">
              <a:buNone/>
            </a:pPr>
            <a:endParaRPr lang="en-US" altLang="ko-KR" dirty="0">
              <a:latin typeface="새굴림" panose="02030600000101010101" pitchFamily="18" charset="-127"/>
              <a:ea typeface="새굴림" panose="02030600000101010101" pitchFamily="18" charset="-127"/>
            </a:endParaRPr>
          </a:p>
          <a:p>
            <a:pPr marL="0" indent="0">
              <a:buNone/>
            </a:pPr>
            <a:endParaRPr lang="en-US" altLang="ko-KR" dirty="0">
              <a:latin typeface="새굴림" panose="02030600000101010101" pitchFamily="18" charset="-127"/>
              <a:ea typeface="새굴림" panose="02030600000101010101" pitchFamily="18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131" y="1721753"/>
            <a:ext cx="8391738" cy="3795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0480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8563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altLang="ko-KR" sz="2400" b="1" dirty="0">
                <a:latin typeface="돋움"/>
                <a:ea typeface="돋움"/>
              </a:rPr>
              <a:t>4. Git</a:t>
            </a:r>
            <a:r>
              <a:rPr lang="ko-KR" altLang="en-US" sz="2400" b="1" dirty="0">
                <a:latin typeface="돋움"/>
                <a:ea typeface="돋움"/>
              </a:rPr>
              <a:t>의 공간</a:t>
            </a:r>
            <a:endParaRPr lang="en-US" altLang="ko-KR" sz="2400" b="1" dirty="0">
              <a:latin typeface="돋움"/>
              <a:ea typeface="돋움"/>
            </a:endParaRPr>
          </a:p>
          <a:p>
            <a:pPr marL="0" indent="0">
              <a:buNone/>
            </a:pPr>
            <a:endParaRPr lang="en-US" altLang="ko-KR" sz="24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marL="0" indent="0">
              <a:buNone/>
            </a:pPr>
            <a:r>
              <a:rPr lang="en-US" altLang="ko-KR" sz="2400" b="1" dirty="0">
                <a:latin typeface="돋움"/>
                <a:ea typeface="돋움"/>
              </a:rPr>
              <a:t>1) </a:t>
            </a:r>
            <a:r>
              <a:rPr lang="en-US" altLang="ko-KR" sz="2400" b="1" dirty="0" err="1">
                <a:latin typeface="돋움"/>
                <a:ea typeface="돋움"/>
              </a:rPr>
              <a:t>Wokring</a:t>
            </a:r>
            <a:r>
              <a:rPr lang="en-US" altLang="ko-KR" sz="2400" b="1" dirty="0">
                <a:latin typeface="돋움"/>
                <a:ea typeface="돋움"/>
              </a:rPr>
              <a:t> </a:t>
            </a:r>
            <a:r>
              <a:rPr lang="en-US" altLang="ko-KR" sz="2400" b="1" dirty="0" err="1">
                <a:latin typeface="돋움"/>
                <a:ea typeface="돋움"/>
              </a:rPr>
              <a:t>Dircetory</a:t>
            </a:r>
            <a:r>
              <a:rPr lang="en-US" altLang="ko-KR" sz="2400" b="1" dirty="0">
                <a:latin typeface="돋움"/>
                <a:ea typeface="돋움"/>
              </a:rPr>
              <a:t>: </a:t>
            </a:r>
            <a:r>
              <a:rPr lang="en-US" altLang="ko-KR" sz="2400" b="1" dirty="0" err="1">
                <a:latin typeface="돋움"/>
                <a:ea typeface="돋움"/>
              </a:rPr>
              <a:t>WorkingSpace</a:t>
            </a:r>
            <a:r>
              <a:rPr lang="ko-KR" altLang="en-US" sz="2400" b="1" dirty="0" err="1">
                <a:latin typeface="돋움"/>
                <a:ea typeface="돋움"/>
              </a:rPr>
              <a:t>라고드</a:t>
            </a:r>
            <a:r>
              <a:rPr lang="ko-KR" altLang="en-US" sz="2400" b="1" dirty="0">
                <a:latin typeface="돋움"/>
                <a:ea typeface="돋움"/>
              </a:rPr>
              <a:t> 하며</a:t>
            </a:r>
            <a:r>
              <a:rPr lang="en-US" altLang="ko-KR" sz="2400" b="1" dirty="0">
                <a:latin typeface="돋움"/>
                <a:ea typeface="돋움"/>
              </a:rPr>
              <a:t>, </a:t>
            </a:r>
            <a:r>
              <a:rPr lang="ko-KR" altLang="en-US" sz="2400" b="1" dirty="0">
                <a:latin typeface="돋움"/>
                <a:ea typeface="돋움"/>
              </a:rPr>
              <a:t>프로젝트 하는데 있어 작업을 하는 디렉토리를 의미한다</a:t>
            </a:r>
          </a:p>
          <a:p>
            <a:pPr marL="0" indent="0">
              <a:buNone/>
            </a:pPr>
            <a:r>
              <a:rPr lang="ko-KR" altLang="en-US" sz="2400" b="1" dirty="0">
                <a:latin typeface="돋움"/>
                <a:ea typeface="돋움"/>
              </a:rPr>
              <a:t>실제 프로젝트 코딩하는 장소라고 생각하면 된다</a:t>
            </a:r>
          </a:p>
          <a:p>
            <a:pPr marL="0" indent="0">
              <a:buNone/>
            </a:pP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2) Staging Area(Index): 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변경 사항을 임시로 저장하는 영역으로 곧 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commit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할 파일에 대한 정보를 저장하고 있는 파일이다</a:t>
            </a:r>
          </a:p>
          <a:p>
            <a:pPr marL="0" indent="0">
              <a:buNone/>
            </a:pPr>
            <a:r>
              <a:rPr lang="en-US" altLang="ko-KR" sz="2400" b="1" dirty="0">
                <a:latin typeface="돋움"/>
                <a:ea typeface="돋움"/>
              </a:rPr>
              <a:t>3) .git directory(Repository): </a:t>
            </a:r>
            <a:r>
              <a:rPr lang="ko-KR" altLang="en-US" sz="2400" b="1" dirty="0">
                <a:latin typeface="돋움"/>
                <a:ea typeface="돋움"/>
              </a:rPr>
              <a:t>프로젝트 모든 버전에 대한 메타 데이터와 객체  데이터베이스를 저장하는 장소로</a:t>
            </a:r>
            <a:r>
              <a:rPr lang="en-US" altLang="ko-KR" sz="2400" b="1" dirty="0">
                <a:latin typeface="돋움"/>
                <a:ea typeface="돋움"/>
              </a:rPr>
              <a:t>, Git</a:t>
            </a:r>
            <a:r>
              <a:rPr lang="ko-KR" altLang="en-US" sz="2400" b="1" dirty="0">
                <a:latin typeface="돋움"/>
                <a:ea typeface="돋움"/>
              </a:rPr>
              <a:t>의 핵심이다</a:t>
            </a:r>
          </a:p>
          <a:p>
            <a:pPr marL="0" indent="0">
              <a:buNone/>
            </a:pPr>
            <a:r>
              <a:rPr lang="en-US" altLang="ko-KR" sz="2400" b="1" dirty="0">
                <a:latin typeface="돋움"/>
                <a:ea typeface="돋움"/>
              </a:rPr>
              <a:t>4) Remote: </a:t>
            </a:r>
            <a:r>
              <a:rPr lang="ko-KR" altLang="en-US" sz="2400" b="1" dirty="0">
                <a:latin typeface="돋움"/>
                <a:ea typeface="돋움"/>
              </a:rPr>
              <a:t>간단히 말하면 원격 창고이다</a:t>
            </a:r>
            <a:r>
              <a:rPr lang="en-US" altLang="ko-KR" sz="2400" b="1" dirty="0">
                <a:latin typeface="돋움"/>
                <a:ea typeface="돋움"/>
              </a:rPr>
              <a:t>. </a:t>
            </a:r>
            <a:r>
              <a:rPr lang="ko-KR" altLang="en-US" sz="2400" b="1" dirty="0">
                <a:latin typeface="돋움"/>
                <a:ea typeface="돋움"/>
              </a:rPr>
              <a:t>코드를 호스팅하는 서버로 프로젝트 그룹 중 원격 데이터 교환을 위해 존재하는 하나의 로컬이라고 보면 된다</a:t>
            </a:r>
            <a:endParaRPr lang="en-US" altLang="ko-KR" sz="2400" b="1" dirty="0">
              <a:latin typeface="돋움"/>
              <a:ea typeface="돋움"/>
            </a:endParaRPr>
          </a:p>
        </p:txBody>
      </p:sp>
    </p:spTree>
    <p:extLst>
      <p:ext uri="{BB962C8B-B14F-4D97-AF65-F5344CB8AC3E}">
        <p14:creationId xmlns:p14="http://schemas.microsoft.com/office/powerpoint/2010/main" val="583586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8563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altLang="ko-KR" sz="2400" b="1" dirty="0">
                <a:latin typeface="돋움"/>
                <a:ea typeface="돋움"/>
              </a:rPr>
              <a:t>5. Git</a:t>
            </a:r>
            <a:r>
              <a:rPr lang="ko-KR" altLang="en-US" sz="2400" b="1" dirty="0">
                <a:latin typeface="돋움"/>
                <a:ea typeface="돋움"/>
              </a:rPr>
              <a:t>의 상태</a:t>
            </a:r>
            <a:endParaRPr lang="en-US" altLang="ko-KR" sz="2400" b="1" dirty="0">
              <a:latin typeface="돋움"/>
              <a:ea typeface="돋움"/>
            </a:endParaRPr>
          </a:p>
          <a:p>
            <a:pPr marL="0" indent="0">
              <a:buNone/>
            </a:pPr>
            <a:endParaRPr lang="en-US" altLang="ko-KR" sz="24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marL="0" indent="0">
              <a:buNone/>
            </a:pP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1) Modified: 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데이터가 로컬 데이터베이스에 안전하게 저장된 파일</a:t>
            </a:r>
          </a:p>
          <a:p>
            <a:pPr marL="0" indent="0">
              <a:buNone/>
            </a:pPr>
            <a:r>
              <a:rPr lang="en-US" altLang="ko-KR" sz="2400" b="1" dirty="0">
                <a:latin typeface="돋움"/>
                <a:ea typeface="돋움"/>
              </a:rPr>
              <a:t>2) Staged: </a:t>
            </a:r>
            <a:r>
              <a:rPr lang="ko-KR" altLang="en-US" sz="2400" b="1" dirty="0">
                <a:latin typeface="돋움"/>
                <a:ea typeface="돋움"/>
              </a:rPr>
              <a:t>현재 수정한 파일을 곧 커밋할 것이라고 표시한 상태의 파일</a:t>
            </a:r>
          </a:p>
          <a:p>
            <a:pPr marL="0" indent="0">
              <a:buNone/>
            </a:pP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3) Committed: 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데이터가 로컬 데이터베이스에 안전하게 저장된 파일</a:t>
            </a:r>
            <a:endParaRPr lang="en-US" altLang="ko-KR" sz="24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411104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8563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altLang="ko-KR" sz="2400" b="1" dirty="0">
                <a:latin typeface="돋움"/>
                <a:ea typeface="돋움"/>
              </a:rPr>
              <a:t>6. Git</a:t>
            </a:r>
            <a:r>
              <a:rPr lang="ko-KR" altLang="en-US" sz="2400" b="1" dirty="0">
                <a:latin typeface="돋움"/>
                <a:ea typeface="돋움"/>
              </a:rPr>
              <a:t> 설치</a:t>
            </a:r>
            <a:endParaRPr lang="en-US" altLang="ko-KR" sz="2400" b="1" dirty="0">
              <a:latin typeface="돋움"/>
              <a:ea typeface="돋움"/>
            </a:endParaRPr>
          </a:p>
          <a:p>
            <a:pPr marL="0" indent="0">
              <a:buNone/>
            </a:pPr>
            <a:endParaRPr lang="en-US" altLang="ko-KR" sz="24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marL="457200" indent="-457200">
              <a:buAutoNum type="arabicParenR"/>
            </a:pPr>
            <a:r>
              <a:rPr lang="en-US" altLang="ko-KR" sz="2400" b="1" dirty="0">
                <a:latin typeface="돋움"/>
                <a:ea typeface="돋움"/>
              </a:rPr>
              <a:t>Git </a:t>
            </a:r>
            <a:r>
              <a:rPr lang="ko-KR" altLang="en-US" sz="2400" b="1" dirty="0">
                <a:latin typeface="돋움"/>
                <a:ea typeface="돋움"/>
              </a:rPr>
              <a:t>설치 파일</a:t>
            </a:r>
            <a:r>
              <a:rPr lang="en-US" altLang="ko-KR" sz="2400" b="1" dirty="0">
                <a:latin typeface="돋움"/>
                <a:ea typeface="돋움"/>
              </a:rPr>
              <a:t>: </a:t>
            </a:r>
            <a:r>
              <a:rPr lang="en-US" altLang="ko-KR" sz="2400" b="1" dirty="0">
                <a:latin typeface="돋움"/>
                <a:ea typeface="돋움"/>
                <a:hlinkClick r:id="rId2"/>
              </a:rPr>
              <a:t>https://git-scm.com/downloads</a:t>
            </a:r>
            <a:endParaRPr lang="en-US" altLang="ko-KR" sz="2400" b="1" dirty="0">
              <a:latin typeface="돋움"/>
              <a:ea typeface="돋움"/>
            </a:endParaRPr>
          </a:p>
          <a:p>
            <a:pPr marL="457200" indent="-457200">
              <a:buAutoNum type="arabicParenR"/>
            </a:pPr>
            <a:r>
              <a:rPr lang="en-US" altLang="ko-KR" sz="2400" b="1" dirty="0">
                <a:latin typeface="돋움"/>
                <a:ea typeface="돋움"/>
              </a:rPr>
              <a:t>Git </a:t>
            </a:r>
            <a:r>
              <a:rPr lang="ko-KR" altLang="en-US" sz="2400" b="1" dirty="0">
                <a:latin typeface="돋움"/>
                <a:ea typeface="돋움"/>
              </a:rPr>
              <a:t>설치</a:t>
            </a:r>
            <a:endParaRPr lang="en-US" altLang="ko-KR" sz="2400" b="1" dirty="0">
              <a:latin typeface="돋움"/>
              <a:ea typeface="돋움"/>
            </a:endParaRPr>
          </a:p>
          <a:p>
            <a:pPr marL="457200" indent="-457200">
              <a:buAutoNum type="arabicParenR"/>
            </a:pPr>
            <a:r>
              <a:rPr lang="en-US" altLang="ko-KR" sz="2400" b="1" dirty="0">
                <a:latin typeface="돋움"/>
                <a:ea typeface="돋움"/>
              </a:rPr>
              <a:t>Git Bash </a:t>
            </a:r>
            <a:r>
              <a:rPr lang="ko-KR" altLang="en-US" sz="2400" b="1" dirty="0">
                <a:latin typeface="돋움"/>
                <a:ea typeface="돋움"/>
              </a:rPr>
              <a:t>실행 또는 </a:t>
            </a:r>
            <a:r>
              <a:rPr lang="en-US" altLang="ko-KR" sz="2400" b="1" dirty="0">
                <a:latin typeface="돋움"/>
                <a:ea typeface="돋움"/>
              </a:rPr>
              <a:t>PowerShell </a:t>
            </a:r>
            <a:r>
              <a:rPr lang="ko-KR" altLang="en-US" sz="2400" b="1" dirty="0">
                <a:latin typeface="돋움"/>
                <a:ea typeface="돋움"/>
              </a:rPr>
              <a:t>실행</a:t>
            </a:r>
            <a:r>
              <a:rPr lang="en-US" altLang="ko-KR" sz="2400" b="1" dirty="0">
                <a:latin typeface="돋움"/>
                <a:ea typeface="돋움"/>
              </a:rPr>
              <a:t>:</a:t>
            </a:r>
          </a:p>
          <a:p>
            <a:pPr marL="0" indent="0">
              <a:buNone/>
            </a:pP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-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설치버전 확인</a:t>
            </a:r>
            <a:endParaRPr lang="en-US" altLang="ko-KR" sz="24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marL="0" indent="0">
              <a:buNone/>
            </a:pPr>
            <a:r>
              <a:rPr lang="en-US" altLang="ko-KR" sz="2400" b="1" dirty="0">
                <a:latin typeface="돋움"/>
                <a:ea typeface="돋움"/>
              </a:rPr>
              <a:t>	git --version </a:t>
            </a:r>
          </a:p>
          <a:p>
            <a:pPr marL="0" indent="0">
              <a:buNone/>
            </a:pPr>
            <a:r>
              <a:rPr lang="en-US" altLang="ko-KR" sz="2400" b="1" dirty="0">
                <a:latin typeface="돋움"/>
                <a:ea typeface="돋움"/>
              </a:rPr>
              <a:t>- </a:t>
            </a:r>
            <a:r>
              <a:rPr lang="ko-KR" altLang="en-US" sz="2400" b="1" dirty="0">
                <a:latin typeface="돋움"/>
                <a:ea typeface="돋움"/>
              </a:rPr>
              <a:t>사용자 이름</a:t>
            </a:r>
            <a:r>
              <a:rPr lang="en-US" altLang="ko-KR" sz="2400" b="1" dirty="0">
                <a:latin typeface="돋움"/>
                <a:ea typeface="돋움"/>
              </a:rPr>
              <a:t>/</a:t>
            </a:r>
            <a:r>
              <a:rPr lang="ko-KR" altLang="en-US" sz="2400" b="1" dirty="0">
                <a:latin typeface="돋움"/>
                <a:ea typeface="돋움"/>
              </a:rPr>
              <a:t>이메일 등록 진행</a:t>
            </a:r>
          </a:p>
          <a:p>
            <a:pPr marL="0" indent="0">
              <a:buNone/>
            </a:pPr>
            <a:r>
              <a:rPr lang="en-US" altLang="ko-KR" sz="2400" b="1" dirty="0">
                <a:latin typeface="돋움"/>
                <a:ea typeface="돋움"/>
              </a:rPr>
              <a:t>	git config --global user.name "</a:t>
            </a:r>
            <a:r>
              <a:rPr lang="ko-KR" altLang="en-US" sz="2400" b="1" dirty="0">
                <a:latin typeface="돋움"/>
                <a:ea typeface="돋움"/>
              </a:rPr>
              <a:t>사용자이름</a:t>
            </a:r>
            <a:r>
              <a:rPr lang="en-US" altLang="ko-KR" sz="2400" b="1" dirty="0">
                <a:latin typeface="돋움"/>
                <a:ea typeface="돋움"/>
              </a:rPr>
              <a:t>"</a:t>
            </a:r>
          </a:p>
          <a:p>
            <a:pPr marL="0" indent="0">
              <a:buNone/>
            </a:pPr>
            <a:r>
              <a:rPr lang="en-US" altLang="ko-KR" sz="2400" b="1" dirty="0">
                <a:latin typeface="돋움"/>
                <a:ea typeface="돋움"/>
              </a:rPr>
              <a:t>	git config --global </a:t>
            </a:r>
            <a:r>
              <a:rPr lang="en-US" altLang="ko-KR" sz="2400" b="1" dirty="0" err="1">
                <a:latin typeface="돋움"/>
                <a:ea typeface="돋움"/>
              </a:rPr>
              <a:t>user.email</a:t>
            </a:r>
            <a:r>
              <a:rPr lang="en-US" altLang="ko-KR" sz="2400" b="1" dirty="0">
                <a:latin typeface="돋움"/>
                <a:ea typeface="돋움"/>
              </a:rPr>
              <a:t> "</a:t>
            </a:r>
            <a:r>
              <a:rPr lang="ko-KR" altLang="en-US" sz="2400" b="1" dirty="0">
                <a:latin typeface="돋움"/>
                <a:ea typeface="돋움"/>
              </a:rPr>
              <a:t>이메일</a:t>
            </a:r>
            <a:r>
              <a:rPr lang="en-US" altLang="ko-KR" sz="2400" b="1" dirty="0">
                <a:latin typeface="돋움"/>
                <a:ea typeface="돋움"/>
              </a:rPr>
              <a:t>@abc.com"</a:t>
            </a:r>
          </a:p>
          <a:p>
            <a:pPr marL="0" indent="0">
              <a:buNone/>
            </a:pP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- 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등록된 사용자를 확인</a:t>
            </a:r>
          </a:p>
          <a:p>
            <a:pPr marL="0" indent="0">
              <a:buNone/>
            </a:pPr>
            <a:r>
              <a:rPr lang="en-US" altLang="ko-KR" sz="2400" b="1" dirty="0">
                <a:latin typeface="돋움"/>
                <a:ea typeface="돋움"/>
              </a:rPr>
              <a:t>	git config --list</a:t>
            </a:r>
          </a:p>
          <a:p>
            <a:pPr marL="0" indent="0">
              <a:buNone/>
            </a:pPr>
            <a:endParaRPr lang="en-US" altLang="ko-KR" sz="24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75011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8563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altLang="ko-KR" sz="2400" b="1" dirty="0">
                <a:latin typeface="돋움"/>
                <a:ea typeface="돋움"/>
              </a:rPr>
              <a:t>7. </a:t>
            </a:r>
            <a:r>
              <a:rPr lang="en-US" altLang="ko-KR" sz="2400" b="1" dirty="0" err="1">
                <a:latin typeface="돋움"/>
                <a:ea typeface="돋움"/>
              </a:rPr>
              <a:t>Sourcetree</a:t>
            </a:r>
            <a:r>
              <a:rPr lang="ko-KR" altLang="en-US" sz="2400" b="1" dirty="0">
                <a:latin typeface="돋움"/>
                <a:ea typeface="돋움"/>
              </a:rPr>
              <a:t> 설치</a:t>
            </a:r>
            <a:endParaRPr lang="en-US" altLang="ko-KR" sz="2400" b="1" dirty="0">
              <a:latin typeface="돋움"/>
              <a:ea typeface="돋움"/>
            </a:endParaRPr>
          </a:p>
          <a:p>
            <a:pPr marL="0" indent="0">
              <a:buNone/>
            </a:pPr>
            <a:endParaRPr lang="en-US" altLang="ko-KR" sz="24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marL="457200" indent="-457200">
              <a:buAutoNum type="arabicParenR"/>
            </a:pP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설치 파일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: 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  <a:hlinkClick r:id="rId2"/>
              </a:rPr>
              <a:t>https://www.sourcetreeapp.com</a:t>
            </a:r>
            <a:endParaRPr lang="en-US" altLang="ko-KR" sz="24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marL="457200" indent="-457200">
              <a:buAutoNum type="arabicParenR"/>
            </a:pPr>
            <a:r>
              <a:rPr lang="ko-KR" altLang="en-US" sz="2400" b="1" dirty="0">
                <a:latin typeface="돋움"/>
                <a:ea typeface="돋움"/>
              </a:rPr>
              <a:t>설치</a:t>
            </a:r>
            <a:endParaRPr lang="en-US" altLang="ko-KR" sz="2400" b="1" dirty="0">
              <a:latin typeface="돋움"/>
              <a:ea typeface="돋움"/>
            </a:endParaRPr>
          </a:p>
          <a:p>
            <a:pPr marL="0" indent="0">
              <a:buNone/>
            </a:pPr>
            <a:endParaRPr lang="en-US" altLang="ko-KR" sz="24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123208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8563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altLang="ko-KR" sz="2400" b="1" dirty="0">
                <a:latin typeface="돋움"/>
                <a:ea typeface="돋움"/>
              </a:rPr>
              <a:t>8. </a:t>
            </a:r>
            <a:r>
              <a:rPr lang="en-US" altLang="ko-KR" sz="2400" b="1" dirty="0" err="1">
                <a:latin typeface="돋움"/>
                <a:ea typeface="돋움"/>
              </a:rPr>
              <a:t>유니티</a:t>
            </a:r>
            <a:r>
              <a:rPr lang="en-US" altLang="ko-KR" sz="2400" b="1" dirty="0">
                <a:latin typeface="돋움"/>
                <a:ea typeface="돋움"/>
              </a:rPr>
              <a:t> </a:t>
            </a:r>
            <a:r>
              <a:rPr lang="en-US" altLang="ko-KR" sz="2400" b="1" dirty="0" err="1">
                <a:latin typeface="돋움"/>
                <a:ea typeface="돋움"/>
              </a:rPr>
              <a:t>프로젝트</a:t>
            </a:r>
            <a:r>
              <a:rPr lang="en-US" altLang="ko-KR" sz="2400" b="1" dirty="0">
                <a:latin typeface="돋움"/>
                <a:ea typeface="돋움"/>
              </a:rPr>
              <a:t> </a:t>
            </a:r>
            <a:r>
              <a:rPr lang="en-US" altLang="ko-KR" sz="2400" b="1" dirty="0" err="1">
                <a:latin typeface="돋움"/>
                <a:ea typeface="돋움"/>
              </a:rPr>
              <a:t>관리시</a:t>
            </a:r>
            <a:r>
              <a:rPr lang="en-US" altLang="ko-KR" sz="2400" b="1" dirty="0">
                <a:latin typeface="돋움"/>
                <a:ea typeface="돋움"/>
              </a:rPr>
              <a:t> </a:t>
            </a:r>
            <a:r>
              <a:rPr lang="en-US" altLang="ko-KR" sz="2400" b="1" dirty="0" err="1">
                <a:latin typeface="돋움"/>
                <a:ea typeface="돋움"/>
              </a:rPr>
              <a:t>주의사항</a:t>
            </a:r>
            <a:endParaRPr lang="en-US" altLang="ko-KR" sz="2400" b="1" dirty="0">
              <a:latin typeface="돋움"/>
              <a:ea typeface="돋움"/>
            </a:endParaRPr>
          </a:p>
          <a:p>
            <a:pPr marL="0" indent="0">
              <a:buNone/>
            </a:pPr>
            <a:endParaRPr lang="en-US" altLang="ko-KR" sz="24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marL="0" indent="0">
              <a:buNone/>
            </a:pPr>
            <a:r>
              <a:rPr lang="en-US" altLang="ko-KR" sz="2400" b="1" dirty="0">
                <a:latin typeface="돋움"/>
                <a:ea typeface="돋움"/>
              </a:rPr>
              <a:t>1) Unity </a:t>
            </a:r>
            <a:r>
              <a:rPr lang="en-US" altLang="ko-KR" sz="2400" b="1" dirty="0" err="1">
                <a:latin typeface="돋움"/>
                <a:ea typeface="돋움"/>
              </a:rPr>
              <a:t>버전</a:t>
            </a:r>
            <a:r>
              <a:rPr lang="en-US" altLang="ko-KR" sz="2400" b="1" dirty="0">
                <a:latin typeface="돋움"/>
                <a:ea typeface="돋움"/>
              </a:rPr>
              <a:t> </a:t>
            </a:r>
            <a:r>
              <a:rPr lang="en-US" altLang="ko-KR" sz="2400" b="1" dirty="0" err="1">
                <a:latin typeface="돋움"/>
                <a:ea typeface="돋움"/>
              </a:rPr>
              <a:t>통일</a:t>
            </a:r>
            <a:endParaRPr lang="en-US" altLang="ko-KR" sz="24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marL="0" indent="0">
              <a:buNone/>
            </a:pPr>
            <a:r>
              <a:rPr lang="en-US" altLang="ko-KR" sz="2400" b="1" dirty="0">
                <a:latin typeface="돋움"/>
                <a:ea typeface="돋움"/>
              </a:rPr>
              <a:t>2) Asset </a:t>
            </a:r>
            <a:r>
              <a:rPr lang="en-US" altLang="ko-KR" sz="2400" b="1" dirty="0" err="1">
                <a:latin typeface="돋움"/>
                <a:ea typeface="돋움"/>
              </a:rPr>
              <a:t>직렬화</a:t>
            </a:r>
            <a:r>
              <a:rPr lang="en-US" altLang="ko-KR" sz="2400" b="1" dirty="0">
                <a:latin typeface="돋움"/>
                <a:ea typeface="돋움"/>
              </a:rPr>
              <a:t> </a:t>
            </a:r>
            <a:r>
              <a:rPr lang="en-US" altLang="ko-KR" sz="2400" b="1" dirty="0" err="1">
                <a:latin typeface="돋움"/>
                <a:ea typeface="돋움"/>
              </a:rPr>
              <a:t>방식</a:t>
            </a:r>
            <a:endParaRPr lang="en-US" altLang="ko-KR" sz="2400" b="1" dirty="0">
              <a:latin typeface="돋움"/>
              <a:ea typeface="돋움"/>
            </a:endParaRPr>
          </a:p>
          <a:p>
            <a:pPr marL="0" indent="0">
              <a:buNone/>
            </a:pPr>
            <a:r>
              <a:rPr lang="en-US" sz="2400" b="1" dirty="0">
                <a:latin typeface="Dotum"/>
                <a:ea typeface="Dotum"/>
              </a:rPr>
              <a:t>- </a:t>
            </a:r>
            <a:r>
              <a:rPr lang="ko-KR" altLang="en-US" sz="2400" b="1" dirty="0">
                <a:latin typeface="Dotum"/>
                <a:ea typeface="Dotum"/>
              </a:rPr>
              <a:t>유니티</a:t>
            </a:r>
            <a:r>
              <a:rPr lang="en-US" altLang="ko-KR" sz="2400" b="1" dirty="0">
                <a:latin typeface="Dotum"/>
                <a:ea typeface="Dotum"/>
              </a:rPr>
              <a:t> </a:t>
            </a:r>
            <a:r>
              <a:rPr lang="en-US" altLang="ko-KR" sz="2400" b="1" dirty="0" err="1">
                <a:latin typeface="Dotum"/>
                <a:ea typeface="Dotum"/>
              </a:rPr>
              <a:t>직렬화</a:t>
            </a:r>
            <a:r>
              <a:rPr lang="en-US" altLang="ko-KR" sz="2400" b="1" dirty="0">
                <a:latin typeface="Dotum"/>
                <a:ea typeface="Dotum"/>
              </a:rPr>
              <a:t> </a:t>
            </a:r>
            <a:r>
              <a:rPr lang="en-US" altLang="ko-KR" sz="2400" b="1" dirty="0" err="1">
                <a:latin typeface="Dotum"/>
                <a:ea typeface="Dotum"/>
              </a:rPr>
              <a:t>방식</a:t>
            </a:r>
            <a:r>
              <a:rPr lang="en-US" altLang="ko-KR" sz="2400" b="1" dirty="0">
                <a:latin typeface="Dotum"/>
                <a:ea typeface="Dotum"/>
              </a:rPr>
              <a:t>: </a:t>
            </a:r>
            <a:r>
              <a:rPr lang="en-US" altLang="ko-KR" sz="2400" b="1" dirty="0" err="1">
                <a:latin typeface="Dotum"/>
                <a:ea typeface="Dotum"/>
              </a:rPr>
              <a:t>바이너리</a:t>
            </a:r>
            <a:r>
              <a:rPr lang="en-US" altLang="ko-KR" sz="2400" b="1" dirty="0">
                <a:latin typeface="Dotum"/>
                <a:ea typeface="Dotum"/>
              </a:rPr>
              <a:t>, </a:t>
            </a:r>
            <a:r>
              <a:rPr lang="en-US" altLang="ko-KR" sz="2400" b="1" dirty="0" err="1">
                <a:latin typeface="Dotum"/>
                <a:ea typeface="Dotum"/>
              </a:rPr>
              <a:t>텍스트</a:t>
            </a:r>
            <a:r>
              <a:rPr lang="en-US" altLang="ko-KR" sz="2400" b="1" dirty="0">
                <a:latin typeface="Dotum"/>
                <a:ea typeface="Dotum"/>
              </a:rPr>
              <a:t>, </a:t>
            </a:r>
            <a:r>
              <a:rPr lang="en-US" altLang="ko-KR" sz="2400" b="1" dirty="0" err="1">
                <a:latin typeface="Dotum"/>
                <a:ea typeface="Dotum"/>
              </a:rPr>
              <a:t>혼합</a:t>
            </a:r>
            <a:r>
              <a:rPr lang="en-US" altLang="ko-KR" sz="2400" b="1" dirty="0">
                <a:latin typeface="Dotum"/>
                <a:ea typeface="Dotum"/>
              </a:rPr>
              <a:t> </a:t>
            </a:r>
            <a:r>
              <a:rPr lang="en-US" altLang="ko-KR" sz="2400" b="1" dirty="0" err="1">
                <a:latin typeface="Dotum"/>
                <a:ea typeface="Dotum"/>
              </a:rPr>
              <a:t>방식</a:t>
            </a:r>
            <a:endParaRPr lang="en-US" altLang="ko-KR" sz="2400" b="1" dirty="0">
              <a:latin typeface="Dotum"/>
              <a:ea typeface="Dotum"/>
            </a:endParaRPr>
          </a:p>
          <a:p>
            <a:pPr>
              <a:buNone/>
            </a:pPr>
            <a:r>
              <a:rPr lang="en-US" sz="2400" b="1" dirty="0">
                <a:latin typeface="Dotum"/>
                <a:ea typeface="Dotum"/>
              </a:rPr>
              <a:t>- </a:t>
            </a:r>
            <a:r>
              <a:rPr lang="ko-KR" sz="2400" b="1" dirty="0">
                <a:latin typeface="Dotum"/>
                <a:ea typeface="Dotum"/>
              </a:rPr>
              <a:t>유니티</a:t>
            </a:r>
            <a:r>
              <a:rPr lang="en-US" sz="2400" b="1" dirty="0">
                <a:latin typeface="Dotum"/>
                <a:ea typeface="Dotum"/>
              </a:rPr>
              <a:t> </a:t>
            </a:r>
            <a:r>
              <a:rPr lang="en-US" sz="2400" b="1" dirty="0" err="1">
                <a:latin typeface="Dotum"/>
                <a:ea typeface="Dotum"/>
              </a:rPr>
              <a:t>직렬화</a:t>
            </a:r>
            <a:r>
              <a:rPr lang="en-US" sz="2400" b="1" dirty="0">
                <a:latin typeface="Dotum"/>
                <a:ea typeface="Dotum"/>
              </a:rPr>
              <a:t> </a:t>
            </a:r>
            <a:r>
              <a:rPr lang="ko-KR" altLang="en-US" sz="2400" b="1" dirty="0">
                <a:latin typeface="Dotum"/>
                <a:ea typeface="Dotum"/>
              </a:rPr>
              <a:t>방식을 통일해서 사용: 텍스트</a:t>
            </a:r>
            <a:endParaRPr lang="en-US" altLang="ko-KR" sz="2400" b="1" dirty="0">
              <a:solidFill>
                <a:srgbClr val="FFFFFF"/>
              </a:solidFill>
              <a:latin typeface="Dotum"/>
              <a:ea typeface="Dotum"/>
            </a:endParaRPr>
          </a:p>
          <a:p>
            <a:pPr>
              <a:buNone/>
            </a:pPr>
            <a:r>
              <a:rPr lang="en-US" sz="2400" b="1" dirty="0">
                <a:latin typeface="Dotum"/>
                <a:ea typeface="Dotum"/>
              </a:rPr>
              <a:t>- Edit -&gt; Project Settings -&gt; Editor -&gt; Asset Serialization Mode -&gt; Force Text</a:t>
            </a:r>
            <a:endParaRPr lang="en-US" sz="2400" dirty="0">
              <a:solidFill>
                <a:srgbClr val="000000"/>
              </a:solidFill>
              <a:latin typeface="Dotum"/>
              <a:ea typeface="Dotum"/>
            </a:endParaRPr>
          </a:p>
          <a:p>
            <a:pPr marL="0" indent="0">
              <a:buNone/>
            </a:pPr>
            <a:r>
              <a:rPr lang="en-US" altLang="ko-KR" sz="2400" b="1" dirty="0">
                <a:latin typeface="돋움"/>
                <a:ea typeface="돋움"/>
              </a:rPr>
              <a:t>3) Version Control</a:t>
            </a:r>
          </a:p>
          <a:p>
            <a:pPr>
              <a:buNone/>
            </a:pPr>
            <a:r>
              <a:rPr lang="en-US" sz="2400" b="1" dirty="0">
                <a:latin typeface="Dotum"/>
                <a:ea typeface="Dotum"/>
              </a:rPr>
              <a:t>- </a:t>
            </a:r>
            <a:r>
              <a:rPr lang="en-US" altLang="ko-KR" sz="2400" b="1" dirty="0">
                <a:latin typeface="Dotum"/>
                <a:ea typeface="Dotum"/>
              </a:rPr>
              <a:t>Version</a:t>
            </a:r>
            <a:r>
              <a:rPr lang="en-US" sz="2400" b="1" dirty="0">
                <a:latin typeface="Dotum"/>
                <a:ea typeface="Dotum"/>
              </a:rPr>
              <a:t> Control Mode </a:t>
            </a:r>
            <a:r>
              <a:rPr lang="ko-KR" altLang="en-US" sz="2400" b="1" dirty="0">
                <a:latin typeface="Dotum"/>
                <a:ea typeface="Dotum"/>
              </a:rPr>
              <a:t>통일</a:t>
            </a:r>
            <a:endParaRPr lang="ko-KR" altLang="en-US" sz="2400" b="1" err="1">
              <a:solidFill>
                <a:srgbClr val="FFFFFF"/>
              </a:solidFill>
              <a:latin typeface="Dotum"/>
              <a:ea typeface="Dotum"/>
            </a:endParaRPr>
          </a:p>
          <a:p>
            <a:pPr>
              <a:buNone/>
            </a:pPr>
            <a:r>
              <a:rPr lang="en-US" sz="2400" b="1" dirty="0">
                <a:latin typeface="Dotum"/>
                <a:ea typeface="Dotum"/>
              </a:rPr>
              <a:t>- Edit -&gt; Project Settings -&gt; Version </a:t>
            </a:r>
            <a:r>
              <a:rPr lang="en-US" sz="2400" b="1" dirty="0" err="1">
                <a:latin typeface="Dotum"/>
                <a:ea typeface="Dotum"/>
              </a:rPr>
              <a:t>Cortrol</a:t>
            </a:r>
            <a:r>
              <a:rPr lang="en-US" sz="2400" b="1" dirty="0">
                <a:latin typeface="Dotum"/>
                <a:ea typeface="Dotum"/>
              </a:rPr>
              <a:t> -&gt; Version Control Mode -&gt; Visible Meta Files</a:t>
            </a:r>
            <a:endParaRPr lang="ko-KR" altLang="en-US" sz="2400" b="1" dirty="0">
              <a:latin typeface="Dotum"/>
              <a:ea typeface="Dotum"/>
            </a:endParaRPr>
          </a:p>
        </p:txBody>
      </p:sp>
    </p:spTree>
    <p:extLst>
      <p:ext uri="{BB962C8B-B14F-4D97-AF65-F5344CB8AC3E}">
        <p14:creationId xmlns:p14="http://schemas.microsoft.com/office/powerpoint/2010/main" val="3092743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1584</TotalTime>
  <Words>851</Words>
  <Application>Microsoft Office PowerPoint</Application>
  <PresentationFormat>화면 슬라이드 쇼(4:3)</PresentationFormat>
  <Paragraphs>101</Paragraphs>
  <Slides>20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1" baseType="lpstr">
      <vt:lpstr>Office 테마</vt:lpstr>
      <vt:lpstr>Git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인공지능, Artificial Inteligence</dc:title>
  <dc:creator>user</dc:creator>
  <cp:lastModifiedBy>user</cp:lastModifiedBy>
  <cp:revision>82</cp:revision>
  <dcterms:created xsi:type="dcterms:W3CDTF">2024-05-24T07:54:48Z</dcterms:created>
  <dcterms:modified xsi:type="dcterms:W3CDTF">2024-10-01T05:12:55Z</dcterms:modified>
</cp:coreProperties>
</file>