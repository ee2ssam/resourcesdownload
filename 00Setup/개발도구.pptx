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349" r:id="rId3"/>
    <p:sldId id="355" r:id="rId4"/>
    <p:sldId id="356" r:id="rId5"/>
    <p:sldId id="357" r:id="rId6"/>
    <p:sldId id="358" r:id="rId7"/>
    <p:sldId id="353" r:id="rId8"/>
    <p:sldId id="354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034222-C387-6E52-F93C-1E091241E1DF}" v="419" dt="2026-04-12T08:06:18.7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59" autoAdjust="0"/>
    <p:restoredTop sz="94660"/>
  </p:normalViewPr>
  <p:slideViewPr>
    <p:cSldViewPr snapToGrid="0">
      <p:cViewPr varScale="1">
        <p:scale>
          <a:sx n="86" d="100"/>
          <a:sy n="86" d="100"/>
        </p:scale>
        <p:origin x="54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YUN JONG LEE" userId="d5e9c3597b4f1658" providerId="Windows Live" clId="Web-{2A034222-C387-6E52-F93C-1E091241E1DF}"/>
    <pc:docChg chg="addSld delSld modSld">
      <pc:chgData name="HYUN JONG LEE" userId="d5e9c3597b4f1658" providerId="Windows Live" clId="Web-{2A034222-C387-6E52-F93C-1E091241E1DF}" dt="2026-04-12T08:06:18.712" v="279" actId="20577"/>
      <pc:docMkLst>
        <pc:docMk/>
      </pc:docMkLst>
      <pc:sldChg chg="modSp">
        <pc:chgData name="HYUN JONG LEE" userId="d5e9c3597b4f1658" providerId="Windows Live" clId="Web-{2A034222-C387-6E52-F93C-1E091241E1DF}" dt="2026-04-12T08:06:18.712" v="279" actId="20577"/>
        <pc:sldMkLst>
          <pc:docMk/>
          <pc:sldMk cId="4194664364" sldId="289"/>
        </pc:sldMkLst>
        <pc:spChg chg="mod">
          <ac:chgData name="HYUN JONG LEE" userId="d5e9c3597b4f1658" providerId="Windows Live" clId="Web-{2A034222-C387-6E52-F93C-1E091241E1DF}" dt="2026-04-12T08:06:18.712" v="279" actId="20577"/>
          <ac:spMkLst>
            <pc:docMk/>
            <pc:sldMk cId="4194664364" sldId="289"/>
            <ac:spMk id="3" creationId="{C6894E42-A97B-7691-44EE-34690A27FE6D}"/>
          </ac:spMkLst>
        </pc:spChg>
      </pc:sldChg>
      <pc:sldChg chg="addSp delSp modSp">
        <pc:chgData name="HYUN JONG LEE" userId="d5e9c3597b4f1658" providerId="Windows Live" clId="Web-{2A034222-C387-6E52-F93C-1E091241E1DF}" dt="2026-04-12T07:29:18.336" v="48" actId="1076"/>
        <pc:sldMkLst>
          <pc:docMk/>
          <pc:sldMk cId="2645173583" sldId="349"/>
        </pc:sldMkLst>
        <pc:spChg chg="mod">
          <ac:chgData name="HYUN JONG LEE" userId="d5e9c3597b4f1658" providerId="Windows Live" clId="Web-{2A034222-C387-6E52-F93C-1E091241E1DF}" dt="2026-04-12T07:19:45.792" v="6" actId="20577"/>
          <ac:spMkLst>
            <pc:docMk/>
            <pc:sldMk cId="2645173583" sldId="349"/>
            <ac:spMk id="2" creationId="{3C8B6C81-7FC0-3A9C-B5BC-B011B80C230A}"/>
          </ac:spMkLst>
        </pc:spChg>
        <pc:spChg chg="add mod">
          <ac:chgData name="HYUN JONG LEE" userId="d5e9c3597b4f1658" providerId="Windows Live" clId="Web-{2A034222-C387-6E52-F93C-1E091241E1DF}" dt="2026-04-12T07:28:58.570" v="45" actId="20577"/>
          <ac:spMkLst>
            <pc:docMk/>
            <pc:sldMk cId="2645173583" sldId="349"/>
            <ac:spMk id="3" creationId="{D56FC984-7A9F-EC9C-742E-8511A105519F}"/>
          </ac:spMkLst>
        </pc:spChg>
        <pc:picChg chg="add del mod">
          <ac:chgData name="HYUN JONG LEE" userId="d5e9c3597b4f1658" providerId="Windows Live" clId="Web-{2A034222-C387-6E52-F93C-1E091241E1DF}" dt="2026-04-12T07:27:31.738" v="28"/>
          <ac:picMkLst>
            <pc:docMk/>
            <pc:sldMk cId="2645173583" sldId="349"/>
            <ac:picMk id="4" creationId="{0E308BA6-AD25-7F20-8588-C8A88B18699C}"/>
          </ac:picMkLst>
        </pc:picChg>
        <pc:picChg chg="add mod">
          <ac:chgData name="HYUN JONG LEE" userId="d5e9c3597b4f1658" providerId="Windows Live" clId="Web-{2A034222-C387-6E52-F93C-1E091241E1DF}" dt="2026-04-12T07:29:18.336" v="48" actId="1076"/>
          <ac:picMkLst>
            <pc:docMk/>
            <pc:sldMk cId="2645173583" sldId="349"/>
            <ac:picMk id="5" creationId="{6239080A-719E-FDF7-EF6C-319A6FBB3650}"/>
          </ac:picMkLst>
        </pc:picChg>
      </pc:sldChg>
      <pc:sldChg chg="del">
        <pc:chgData name="HYUN JONG LEE" userId="d5e9c3597b4f1658" providerId="Windows Live" clId="Web-{2A034222-C387-6E52-F93C-1E091241E1DF}" dt="2026-04-12T08:05:18.398" v="274"/>
        <pc:sldMkLst>
          <pc:docMk/>
          <pc:sldMk cId="3738442708" sldId="350"/>
        </pc:sldMkLst>
      </pc:sldChg>
      <pc:sldChg chg="del">
        <pc:chgData name="HYUN JONG LEE" userId="d5e9c3597b4f1658" providerId="Windows Live" clId="Web-{2A034222-C387-6E52-F93C-1E091241E1DF}" dt="2026-04-12T08:05:16.773" v="273"/>
        <pc:sldMkLst>
          <pc:docMk/>
          <pc:sldMk cId="2745622869" sldId="351"/>
        </pc:sldMkLst>
      </pc:sldChg>
      <pc:sldChg chg="del">
        <pc:chgData name="HYUN JONG LEE" userId="d5e9c3597b4f1658" providerId="Windows Live" clId="Web-{2A034222-C387-6E52-F93C-1E091241E1DF}" dt="2026-04-12T08:05:15.210" v="272"/>
        <pc:sldMkLst>
          <pc:docMk/>
          <pc:sldMk cId="2028340151" sldId="352"/>
        </pc:sldMkLst>
      </pc:sldChg>
      <pc:sldChg chg="addSp modSp add replId">
        <pc:chgData name="HYUN JONG LEE" userId="d5e9c3597b4f1658" providerId="Windows Live" clId="Web-{2A034222-C387-6E52-F93C-1E091241E1DF}" dt="2026-04-12T08:04:58.960" v="271" actId="20577"/>
        <pc:sldMkLst>
          <pc:docMk/>
          <pc:sldMk cId="907759854" sldId="353"/>
        </pc:sldMkLst>
        <pc:spChg chg="mod">
          <ac:chgData name="HYUN JONG LEE" userId="d5e9c3597b4f1658" providerId="Windows Live" clId="Web-{2A034222-C387-6E52-F93C-1E091241E1DF}" dt="2026-04-12T08:01:35.953" v="249" actId="20577"/>
          <ac:spMkLst>
            <pc:docMk/>
            <pc:sldMk cId="907759854" sldId="353"/>
            <ac:spMk id="2" creationId="{89351921-1BE0-8F55-205A-9FE9B2C314D9}"/>
          </ac:spMkLst>
        </pc:spChg>
        <pc:spChg chg="add mod">
          <ac:chgData name="HYUN JONG LEE" userId="d5e9c3597b4f1658" providerId="Windows Live" clId="Web-{2A034222-C387-6E52-F93C-1E091241E1DF}" dt="2026-04-12T08:04:58.960" v="271" actId="20577"/>
          <ac:spMkLst>
            <pc:docMk/>
            <pc:sldMk cId="907759854" sldId="353"/>
            <ac:spMk id="5" creationId="{52C6A584-2CA6-87F1-C58C-4811DF6E71AA}"/>
          </ac:spMkLst>
        </pc:spChg>
        <pc:picChg chg="add mod">
          <ac:chgData name="HYUN JONG LEE" userId="d5e9c3597b4f1658" providerId="Windows Live" clId="Web-{2A034222-C387-6E52-F93C-1E091241E1DF}" dt="2026-04-12T08:04:17.881" v="252" actId="14100"/>
          <ac:picMkLst>
            <pc:docMk/>
            <pc:sldMk cId="907759854" sldId="353"/>
            <ac:picMk id="3" creationId="{35DD3D54-7072-064E-BBCE-743988BB651F}"/>
          </ac:picMkLst>
        </pc:picChg>
      </pc:sldChg>
      <pc:sldChg chg="modSp add replId">
        <pc:chgData name="HYUN JONG LEE" userId="d5e9c3597b4f1658" providerId="Windows Live" clId="Web-{2A034222-C387-6E52-F93C-1E091241E1DF}" dt="2026-04-12T08:05:30.976" v="275" actId="20577"/>
        <pc:sldMkLst>
          <pc:docMk/>
          <pc:sldMk cId="424343206" sldId="354"/>
        </pc:sldMkLst>
        <pc:spChg chg="mod">
          <ac:chgData name="HYUN JONG LEE" userId="d5e9c3597b4f1658" providerId="Windows Live" clId="Web-{2A034222-C387-6E52-F93C-1E091241E1DF}" dt="2026-04-12T08:05:30.976" v="275" actId="20577"/>
          <ac:spMkLst>
            <pc:docMk/>
            <pc:sldMk cId="424343206" sldId="354"/>
            <ac:spMk id="2" creationId="{AE2C5C11-EC30-90E0-9CB3-F1769F442542}"/>
          </ac:spMkLst>
        </pc:spChg>
      </pc:sldChg>
      <pc:sldChg chg="addSp delSp modSp add replId">
        <pc:chgData name="HYUN JONG LEE" userId="d5e9c3597b4f1658" providerId="Windows Live" clId="Web-{2A034222-C387-6E52-F93C-1E091241E1DF}" dt="2026-04-12T07:43:25.116" v="110" actId="20577"/>
        <pc:sldMkLst>
          <pc:docMk/>
          <pc:sldMk cId="264654508" sldId="355"/>
        </pc:sldMkLst>
        <pc:spChg chg="mod">
          <ac:chgData name="HYUN JONG LEE" userId="d5e9c3597b4f1658" providerId="Windows Live" clId="Web-{2A034222-C387-6E52-F93C-1E091241E1DF}" dt="2026-04-12T07:43:25.116" v="110" actId="20577"/>
          <ac:spMkLst>
            <pc:docMk/>
            <pc:sldMk cId="264654508" sldId="355"/>
            <ac:spMk id="3" creationId="{E23ADA6F-1528-044A-953F-40F0A4A60DE4}"/>
          </ac:spMkLst>
        </pc:spChg>
        <pc:picChg chg="add del mod">
          <ac:chgData name="HYUN JONG LEE" userId="d5e9c3597b4f1658" providerId="Windows Live" clId="Web-{2A034222-C387-6E52-F93C-1E091241E1DF}" dt="2026-04-12T07:37:14.127" v="73"/>
          <ac:picMkLst>
            <pc:docMk/>
            <pc:sldMk cId="264654508" sldId="355"/>
            <ac:picMk id="4" creationId="{120D6302-32C6-C664-A2BE-60EAB9C11F04}"/>
          </ac:picMkLst>
        </pc:picChg>
        <pc:picChg chg="add del">
          <ac:chgData name="HYUN JONG LEE" userId="d5e9c3597b4f1658" providerId="Windows Live" clId="Web-{2A034222-C387-6E52-F93C-1E091241E1DF}" dt="2026-04-12T07:38:15.753" v="83"/>
          <ac:picMkLst>
            <pc:docMk/>
            <pc:sldMk cId="264654508" sldId="355"/>
            <ac:picMk id="5" creationId="{A305005E-C336-B5EE-630E-E5D9B1BDD2FA}"/>
          </ac:picMkLst>
        </pc:picChg>
        <pc:picChg chg="add del mod">
          <ac:chgData name="HYUN JONG LEE" userId="d5e9c3597b4f1658" providerId="Windows Live" clId="Web-{2A034222-C387-6E52-F93C-1E091241E1DF}" dt="2026-04-12T07:37:33.862" v="76"/>
          <ac:picMkLst>
            <pc:docMk/>
            <pc:sldMk cId="264654508" sldId="355"/>
            <ac:picMk id="7" creationId="{29BDCB3C-A187-6DC2-9FBF-82AF1C43F611}"/>
          </ac:picMkLst>
        </pc:picChg>
        <pc:picChg chg="add mod">
          <ac:chgData name="HYUN JONG LEE" userId="d5e9c3597b4f1658" providerId="Windows Live" clId="Web-{2A034222-C387-6E52-F93C-1E091241E1DF}" dt="2026-04-12T07:38:25.722" v="84" actId="1076"/>
          <ac:picMkLst>
            <pc:docMk/>
            <pc:sldMk cId="264654508" sldId="355"/>
            <ac:picMk id="8" creationId="{A37F2E80-C18B-5FCE-2C18-022ADE1B0888}"/>
          </ac:picMkLst>
        </pc:picChg>
      </pc:sldChg>
      <pc:sldChg chg="addSp delSp modSp add replId">
        <pc:chgData name="HYUN JONG LEE" userId="d5e9c3597b4f1658" providerId="Windows Live" clId="Web-{2A034222-C387-6E52-F93C-1E091241E1DF}" dt="2026-04-12T07:43:30.319" v="112" actId="20577"/>
        <pc:sldMkLst>
          <pc:docMk/>
          <pc:sldMk cId="1754504797" sldId="356"/>
        </pc:sldMkLst>
        <pc:spChg chg="mod">
          <ac:chgData name="HYUN JONG LEE" userId="d5e9c3597b4f1658" providerId="Windows Live" clId="Web-{2A034222-C387-6E52-F93C-1E091241E1DF}" dt="2026-04-12T07:43:30.319" v="112" actId="20577"/>
          <ac:spMkLst>
            <pc:docMk/>
            <pc:sldMk cId="1754504797" sldId="356"/>
            <ac:spMk id="3" creationId="{2A511850-586C-D21A-9063-CE0220BB2573}"/>
          </ac:spMkLst>
        </pc:spChg>
        <pc:picChg chg="add mod ord">
          <ac:chgData name="HYUN JONG LEE" userId="d5e9c3597b4f1658" providerId="Windows Live" clId="Web-{2A034222-C387-6E52-F93C-1E091241E1DF}" dt="2026-04-12T07:42:53.739" v="95" actId="14100"/>
          <ac:picMkLst>
            <pc:docMk/>
            <pc:sldMk cId="1754504797" sldId="356"/>
            <ac:picMk id="4" creationId="{B0EEEB27-DC87-3A41-0654-C01B07B99F78}"/>
          </ac:picMkLst>
        </pc:picChg>
        <pc:picChg chg="del">
          <ac:chgData name="HYUN JONG LEE" userId="d5e9c3597b4f1658" providerId="Windows Live" clId="Web-{2A034222-C387-6E52-F93C-1E091241E1DF}" dt="2026-04-12T07:42:43.426" v="94"/>
          <ac:picMkLst>
            <pc:docMk/>
            <pc:sldMk cId="1754504797" sldId="356"/>
            <ac:picMk id="8" creationId="{FFFE05E7-1C5E-7424-AE42-1D18F9576C87}"/>
          </ac:picMkLst>
        </pc:picChg>
      </pc:sldChg>
      <pc:sldChg chg="addSp delSp modSp add replId">
        <pc:chgData name="HYUN JONG LEE" userId="d5e9c3597b4f1658" providerId="Windows Live" clId="Web-{2A034222-C387-6E52-F93C-1E091241E1DF}" dt="2026-04-12T07:48:06.439" v="132" actId="1076"/>
        <pc:sldMkLst>
          <pc:docMk/>
          <pc:sldMk cId="1328128818" sldId="357"/>
        </pc:sldMkLst>
        <pc:spChg chg="mod">
          <ac:chgData name="HYUN JONG LEE" userId="d5e9c3597b4f1658" providerId="Windows Live" clId="Web-{2A034222-C387-6E52-F93C-1E091241E1DF}" dt="2026-04-12T07:44:38.479" v="124" actId="20577"/>
          <ac:spMkLst>
            <pc:docMk/>
            <pc:sldMk cId="1328128818" sldId="357"/>
            <ac:spMk id="3" creationId="{5EA2BF5A-E118-2FD4-C139-74E187F49B5B}"/>
          </ac:spMkLst>
        </pc:spChg>
        <pc:picChg chg="del">
          <ac:chgData name="HYUN JONG LEE" userId="d5e9c3597b4f1658" providerId="Windows Live" clId="Web-{2A034222-C387-6E52-F93C-1E091241E1DF}" dt="2026-04-12T07:47:57.908" v="130"/>
          <ac:picMkLst>
            <pc:docMk/>
            <pc:sldMk cId="1328128818" sldId="357"/>
            <ac:picMk id="4" creationId="{1AB99C24-8849-D64C-0CEC-7F014567B6F7}"/>
          </ac:picMkLst>
        </pc:picChg>
        <pc:picChg chg="add mod ord">
          <ac:chgData name="HYUN JONG LEE" userId="d5e9c3597b4f1658" providerId="Windows Live" clId="Web-{2A034222-C387-6E52-F93C-1E091241E1DF}" dt="2026-04-12T07:48:06.439" v="132" actId="1076"/>
          <ac:picMkLst>
            <pc:docMk/>
            <pc:sldMk cId="1328128818" sldId="357"/>
            <ac:picMk id="5" creationId="{B9F761F1-C05E-5578-ACA1-4B5CEC2A8190}"/>
          </ac:picMkLst>
        </pc:picChg>
      </pc:sldChg>
      <pc:sldChg chg="addSp delSp modSp add replId">
        <pc:chgData name="HYUN JONG LEE" userId="d5e9c3597b4f1658" providerId="Windows Live" clId="Web-{2A034222-C387-6E52-F93C-1E091241E1DF}" dt="2026-04-12T07:58:43.662" v="233" actId="1076"/>
        <pc:sldMkLst>
          <pc:docMk/>
          <pc:sldMk cId="657896644" sldId="358"/>
        </pc:sldMkLst>
        <pc:spChg chg="mod">
          <ac:chgData name="HYUN JONG LEE" userId="d5e9c3597b4f1658" providerId="Windows Live" clId="Web-{2A034222-C387-6E52-F93C-1E091241E1DF}" dt="2026-04-12T07:55:35.666" v="192" actId="14100"/>
          <ac:spMkLst>
            <pc:docMk/>
            <pc:sldMk cId="657896644" sldId="358"/>
            <ac:spMk id="2" creationId="{367634CF-4B90-5069-2663-9FD7124F8E0F}"/>
          </ac:spMkLst>
        </pc:spChg>
        <pc:spChg chg="mod">
          <ac:chgData name="HYUN JONG LEE" userId="d5e9c3597b4f1658" providerId="Windows Live" clId="Web-{2A034222-C387-6E52-F93C-1E091241E1DF}" dt="2026-04-12T07:55:35.666" v="190" actId="14100"/>
          <ac:spMkLst>
            <pc:docMk/>
            <pc:sldMk cId="657896644" sldId="358"/>
            <ac:spMk id="3" creationId="{B3ADC63D-D245-13CF-F204-1A3C9438172E}"/>
          </ac:spMkLst>
        </pc:spChg>
        <pc:picChg chg="add del mod">
          <ac:chgData name="HYUN JONG LEE" userId="d5e9c3597b4f1658" providerId="Windows Live" clId="Web-{2A034222-C387-6E52-F93C-1E091241E1DF}" dt="2026-04-12T07:53:42.898" v="168"/>
          <ac:picMkLst>
            <pc:docMk/>
            <pc:sldMk cId="657896644" sldId="358"/>
            <ac:picMk id="4" creationId="{313F6CCD-0E60-F5FF-43FA-2D2D8661B7B2}"/>
          </ac:picMkLst>
        </pc:picChg>
        <pc:picChg chg="del">
          <ac:chgData name="HYUN JONG LEE" userId="d5e9c3597b4f1658" providerId="Windows Live" clId="Web-{2A034222-C387-6E52-F93C-1E091241E1DF}" dt="2026-04-12T07:49:15.691" v="134"/>
          <ac:picMkLst>
            <pc:docMk/>
            <pc:sldMk cId="657896644" sldId="358"/>
            <ac:picMk id="5" creationId="{FE77C7A8-C242-A2BA-39D5-80F2EADCF885}"/>
          </ac:picMkLst>
        </pc:picChg>
        <pc:picChg chg="add del mod">
          <ac:chgData name="HYUN JONG LEE" userId="d5e9c3597b4f1658" providerId="Windows Live" clId="Web-{2A034222-C387-6E52-F93C-1E091241E1DF}" dt="2026-04-12T07:51:56.600" v="153"/>
          <ac:picMkLst>
            <pc:docMk/>
            <pc:sldMk cId="657896644" sldId="358"/>
            <ac:picMk id="7" creationId="{BE2A18A1-62A8-61C2-C90C-6CE648B4AF9B}"/>
          </ac:picMkLst>
        </pc:picChg>
        <pc:picChg chg="add del mod">
          <ac:chgData name="HYUN JONG LEE" userId="d5e9c3597b4f1658" providerId="Windows Live" clId="Web-{2A034222-C387-6E52-F93C-1E091241E1DF}" dt="2026-04-12T07:53:42.898" v="167"/>
          <ac:picMkLst>
            <pc:docMk/>
            <pc:sldMk cId="657896644" sldId="358"/>
            <ac:picMk id="8" creationId="{8A453CA7-5226-2564-F334-3B0E73EEEF1D}"/>
          </ac:picMkLst>
        </pc:picChg>
        <pc:picChg chg="add mod">
          <ac:chgData name="HYUN JONG LEE" userId="d5e9c3597b4f1658" providerId="Windows Live" clId="Web-{2A034222-C387-6E52-F93C-1E091241E1DF}" dt="2026-04-12T07:58:41.990" v="232" actId="1076"/>
          <ac:picMkLst>
            <pc:docMk/>
            <pc:sldMk cId="657896644" sldId="358"/>
            <ac:picMk id="9" creationId="{11B32610-21FB-6D73-2FC5-5E8269B70F07}"/>
          </ac:picMkLst>
        </pc:picChg>
        <pc:picChg chg="add mod">
          <ac:chgData name="HYUN JONG LEE" userId="d5e9c3597b4f1658" providerId="Windows Live" clId="Web-{2A034222-C387-6E52-F93C-1E091241E1DF}" dt="2026-04-12T07:58:43.662" v="233" actId="1076"/>
          <ac:picMkLst>
            <pc:docMk/>
            <pc:sldMk cId="657896644" sldId="358"/>
            <ac:picMk id="10" creationId="{935E88AD-B54A-C9E4-9A60-DEFC5B23ABEE}"/>
          </ac:picMkLst>
        </pc:picChg>
        <pc:cxnChg chg="mod">
          <ac:chgData name="HYUN JONG LEE" userId="d5e9c3597b4f1658" providerId="Windows Live" clId="Web-{2A034222-C387-6E52-F93C-1E091241E1DF}" dt="2026-04-12T07:55:35.666" v="191" actId="14100"/>
          <ac:cxnSpMkLst>
            <pc:docMk/>
            <pc:sldMk cId="657896644" sldId="358"/>
            <ac:cxnSpMk id="6" creationId="{C6F80314-FA98-5C28-A825-12E6852AC0CF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unity.com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31F24217-1D8E-CBD2-9FED-FFE3DD998074}"/>
              </a:ext>
            </a:extLst>
          </p:cNvPr>
          <p:cNvCxnSpPr/>
          <p:nvPr/>
        </p:nvCxnSpPr>
        <p:spPr>
          <a:xfrm flipV="1">
            <a:off x="499703" y="2940803"/>
            <a:ext cx="11192576" cy="25887"/>
          </a:xfrm>
          <a:prstGeom prst="straightConnector1">
            <a:avLst/>
          </a:prstGeom>
          <a:ln w="571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extBox 12">
            <a:extLst>
              <a:ext uri="{FF2B5EF4-FFF2-40B4-BE49-F238E27FC236}">
                <a16:creationId xmlns:a16="http://schemas.microsoft.com/office/drawing/2014/main" id="{C6894E42-A97B-7691-44EE-34690A27FE6D}"/>
              </a:ext>
            </a:extLst>
          </p:cNvPr>
          <p:cNvSpPr txBox="1"/>
          <p:nvPr/>
        </p:nvSpPr>
        <p:spPr>
          <a:xfrm>
            <a:off x="520297" y="3355556"/>
            <a:ext cx="10900962" cy="83099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4800" b="1">
                <a:solidFill>
                  <a:schemeClr val="bg1"/>
                </a:solidFill>
                <a:ea typeface="맑은 고딕"/>
              </a:rPr>
              <a:t>유니티 셋팅</a:t>
            </a:r>
            <a:endParaRPr lang="ko-KR" altLang="en-US" sz="4800" b="1" dirty="0">
              <a:solidFill>
                <a:schemeClr val="bg1"/>
              </a:solidFill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194664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ADA1DA-C987-BD34-AD6A-473F464AA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3C8B6C81-7FC0-3A9C-B5BC-B011B80C230A}"/>
              </a:ext>
            </a:extLst>
          </p:cNvPr>
          <p:cNvSpPr txBox="1"/>
          <p:nvPr/>
        </p:nvSpPr>
        <p:spPr>
          <a:xfrm>
            <a:off x="324649" y="327581"/>
            <a:ext cx="11292258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800" b="1">
                <a:solidFill>
                  <a:schemeClr val="bg1"/>
                </a:solidFill>
                <a:ea typeface="맑은 고딕"/>
              </a:rPr>
              <a:t>유니티 설치</a:t>
            </a:r>
            <a:endParaRPr lang="ko-KR" altLang="en-US" sz="2800" b="1" dirty="0">
              <a:solidFill>
                <a:schemeClr val="bg1"/>
              </a:solidFill>
              <a:ea typeface="맑은 고딕"/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BBD061B9-DDD5-32B2-F157-7AC3018A0680}"/>
              </a:ext>
            </a:extLst>
          </p:cNvPr>
          <p:cNvCxnSpPr/>
          <p:nvPr/>
        </p:nvCxnSpPr>
        <p:spPr>
          <a:xfrm flipV="1">
            <a:off x="376135" y="840155"/>
            <a:ext cx="11192576" cy="25887"/>
          </a:xfrm>
          <a:prstGeom prst="straightConnector1">
            <a:avLst/>
          </a:prstGeom>
          <a:ln w="571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extBox 4">
            <a:extLst>
              <a:ext uri="{FF2B5EF4-FFF2-40B4-BE49-F238E27FC236}">
                <a16:creationId xmlns:a16="http://schemas.microsoft.com/office/drawing/2014/main" id="{D56FC984-7A9F-EC9C-742E-8511A105519F}"/>
              </a:ext>
            </a:extLst>
          </p:cNvPr>
          <p:cNvSpPr txBox="1"/>
          <p:nvPr/>
        </p:nvSpPr>
        <p:spPr>
          <a:xfrm>
            <a:off x="372748" y="1261839"/>
            <a:ext cx="10823928" cy="95615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2000">
                <a:solidFill>
                  <a:schemeClr val="bg1"/>
                </a:solidFill>
                <a:ea typeface="맑은 고딕"/>
              </a:rPr>
              <a:t>1. </a:t>
            </a:r>
            <a:r>
              <a:rPr lang="en-US" altLang="ko-KR" sz="2000" dirty="0">
                <a:solidFill>
                  <a:schemeClr val="bg1"/>
                </a:solidFill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https://unity.com</a:t>
            </a:r>
            <a:r>
              <a:rPr lang="en-US" altLang="ko-KR" sz="2000">
                <a:solidFill>
                  <a:schemeClr val="bg1"/>
                </a:solidFill>
                <a:ea typeface="맑은 고딕"/>
              </a:rPr>
              <a:t> - </a:t>
            </a:r>
            <a:r>
              <a:rPr lang="ko-KR" altLang="en-US" sz="2000">
                <a:solidFill>
                  <a:schemeClr val="bg1"/>
                </a:solidFill>
                <a:ea typeface="맑은 고딕"/>
              </a:rPr>
              <a:t>유니티 계정 만들기</a:t>
            </a:r>
            <a:endParaRPr lang="en-US" altLang="ko-KR" sz="2000" dirty="0">
              <a:solidFill>
                <a:schemeClr val="bg1"/>
              </a:solidFill>
              <a:ea typeface="맑은 고딕" panose="020B0503020000020004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>
                <a:solidFill>
                  <a:schemeClr val="bg1"/>
                </a:solidFill>
                <a:latin typeface="맑은 고딕"/>
                <a:ea typeface="맑은 고딕"/>
              </a:rPr>
              <a:t>2. 유니티 다운로드</a:t>
            </a:r>
            <a:endParaRPr lang="ko-KR" altLang="en-US" sz="2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pic>
        <p:nvPicPr>
          <p:cNvPr id="5" name="그림 4" descr="텍스트, 스크린샷, 멀티미디어 소프트웨어, 그래픽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239080A-719E-FDF7-EF6C-319A6FBB3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5808" y="2196555"/>
            <a:ext cx="9196193" cy="4656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173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68D5C3-678B-0EBC-FF77-395F95405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A7E77F09-1BBF-3D19-1A96-A56EEBCC69DC}"/>
              </a:ext>
            </a:extLst>
          </p:cNvPr>
          <p:cNvSpPr txBox="1"/>
          <p:nvPr/>
        </p:nvSpPr>
        <p:spPr>
          <a:xfrm>
            <a:off x="324649" y="327581"/>
            <a:ext cx="11292258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800" b="1">
                <a:solidFill>
                  <a:schemeClr val="bg1"/>
                </a:solidFill>
                <a:ea typeface="맑은 고딕"/>
              </a:rPr>
              <a:t>유니티 설치</a:t>
            </a:r>
            <a:endParaRPr lang="ko-KR" altLang="en-US" sz="2800" b="1" dirty="0">
              <a:solidFill>
                <a:schemeClr val="bg1"/>
              </a:solidFill>
              <a:ea typeface="맑은 고딕"/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6EFC888A-4966-B59E-32BA-31B56FCA9189}"/>
              </a:ext>
            </a:extLst>
          </p:cNvPr>
          <p:cNvCxnSpPr/>
          <p:nvPr/>
        </p:nvCxnSpPr>
        <p:spPr>
          <a:xfrm flipV="1">
            <a:off x="376135" y="840155"/>
            <a:ext cx="11192576" cy="25887"/>
          </a:xfrm>
          <a:prstGeom prst="straightConnector1">
            <a:avLst/>
          </a:prstGeom>
          <a:ln w="571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extBox 4">
            <a:extLst>
              <a:ext uri="{FF2B5EF4-FFF2-40B4-BE49-F238E27FC236}">
                <a16:creationId xmlns:a16="http://schemas.microsoft.com/office/drawing/2014/main" id="{E23ADA6F-1528-044A-953F-40F0A4A60DE4}"/>
              </a:ext>
            </a:extLst>
          </p:cNvPr>
          <p:cNvSpPr txBox="1"/>
          <p:nvPr/>
        </p:nvSpPr>
        <p:spPr>
          <a:xfrm>
            <a:off x="372748" y="1261839"/>
            <a:ext cx="10823928" cy="49449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2000">
                <a:solidFill>
                  <a:schemeClr val="bg1"/>
                </a:solidFill>
                <a:ea typeface="맑은 고딕"/>
              </a:rPr>
              <a:t>3. 유니티 허브 설치</a:t>
            </a:r>
            <a:endParaRPr lang="ko-KR" altLang="en-US" sz="2000">
              <a:solidFill>
                <a:schemeClr val="bg1"/>
              </a:solidFill>
              <a:ea typeface="맑은 고딕" panose="020B0503020000020004" pitchFamily="34" charset="-127"/>
            </a:endParaRPr>
          </a:p>
        </p:txBody>
      </p:sp>
      <p:pic>
        <p:nvPicPr>
          <p:cNvPr id="8" name="그림 7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37F2E80-C18B-5FCE-2C18-022ADE1B0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5517" y="1680575"/>
            <a:ext cx="9033351" cy="517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54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60ABB4-8161-6F58-1F2A-C68D85412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15263B7E-3DB0-567C-E746-B836A155E593}"/>
              </a:ext>
            </a:extLst>
          </p:cNvPr>
          <p:cNvSpPr txBox="1"/>
          <p:nvPr/>
        </p:nvSpPr>
        <p:spPr>
          <a:xfrm>
            <a:off x="324649" y="327581"/>
            <a:ext cx="11292258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800" b="1">
                <a:solidFill>
                  <a:schemeClr val="bg1"/>
                </a:solidFill>
                <a:ea typeface="맑은 고딕"/>
              </a:rPr>
              <a:t>유니티 설치</a:t>
            </a:r>
            <a:endParaRPr lang="ko-KR" altLang="en-US" sz="2800" b="1" dirty="0">
              <a:solidFill>
                <a:schemeClr val="bg1"/>
              </a:solidFill>
              <a:ea typeface="맑은 고딕"/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ED3FCC53-C4E9-79E4-001B-5899EB818ABB}"/>
              </a:ext>
            </a:extLst>
          </p:cNvPr>
          <p:cNvCxnSpPr/>
          <p:nvPr/>
        </p:nvCxnSpPr>
        <p:spPr>
          <a:xfrm flipV="1">
            <a:off x="376135" y="840155"/>
            <a:ext cx="11192576" cy="25887"/>
          </a:xfrm>
          <a:prstGeom prst="straightConnector1">
            <a:avLst/>
          </a:prstGeom>
          <a:ln w="571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extBox 4">
            <a:extLst>
              <a:ext uri="{FF2B5EF4-FFF2-40B4-BE49-F238E27FC236}">
                <a16:creationId xmlns:a16="http://schemas.microsoft.com/office/drawing/2014/main" id="{2A511850-586C-D21A-9063-CE0220BB2573}"/>
              </a:ext>
            </a:extLst>
          </p:cNvPr>
          <p:cNvSpPr txBox="1"/>
          <p:nvPr/>
        </p:nvSpPr>
        <p:spPr>
          <a:xfrm>
            <a:off x="372748" y="1261839"/>
            <a:ext cx="10823928" cy="49449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2000">
                <a:solidFill>
                  <a:schemeClr val="bg1"/>
                </a:solidFill>
                <a:ea typeface="맑은 고딕"/>
              </a:rPr>
              <a:t>4. 유니티 라이선스 : Personal</a:t>
            </a:r>
            <a:endParaRPr lang="ko-KR" altLang="en-US" sz="2000">
              <a:solidFill>
                <a:schemeClr val="bg1"/>
              </a:solidFill>
              <a:ea typeface="맑은 고딕" panose="020B0503020000020004" pitchFamily="34" charset="-127"/>
            </a:endParaRPr>
          </a:p>
        </p:txBody>
      </p:sp>
      <p:pic>
        <p:nvPicPr>
          <p:cNvPr id="4" name="그림 3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0EEEB27-DC87-3A41-0654-C01B07B99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3179" y="1753643"/>
            <a:ext cx="8864159" cy="5104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504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DE5885-2A2E-84B4-9835-2663E3288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F6B3222E-3B6A-D298-F27D-23FFF5F868C5}"/>
              </a:ext>
            </a:extLst>
          </p:cNvPr>
          <p:cNvSpPr txBox="1"/>
          <p:nvPr/>
        </p:nvSpPr>
        <p:spPr>
          <a:xfrm>
            <a:off x="324649" y="327581"/>
            <a:ext cx="11292258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800" b="1">
                <a:solidFill>
                  <a:schemeClr val="bg1"/>
                </a:solidFill>
                <a:ea typeface="맑은 고딕"/>
              </a:rPr>
              <a:t>유니티 설치</a:t>
            </a:r>
            <a:endParaRPr lang="ko-KR" altLang="en-US" sz="2800" b="1" dirty="0">
              <a:solidFill>
                <a:schemeClr val="bg1"/>
              </a:solidFill>
              <a:ea typeface="맑은 고딕"/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42038C6B-DF9D-3ACB-3F73-11209BB92C36}"/>
              </a:ext>
            </a:extLst>
          </p:cNvPr>
          <p:cNvCxnSpPr/>
          <p:nvPr/>
        </p:nvCxnSpPr>
        <p:spPr>
          <a:xfrm flipV="1">
            <a:off x="376135" y="840155"/>
            <a:ext cx="11192576" cy="25887"/>
          </a:xfrm>
          <a:prstGeom prst="straightConnector1">
            <a:avLst/>
          </a:prstGeom>
          <a:ln w="571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extBox 4">
            <a:extLst>
              <a:ext uri="{FF2B5EF4-FFF2-40B4-BE49-F238E27FC236}">
                <a16:creationId xmlns:a16="http://schemas.microsoft.com/office/drawing/2014/main" id="{5EA2BF5A-E118-2FD4-C139-74E187F49B5B}"/>
              </a:ext>
            </a:extLst>
          </p:cNvPr>
          <p:cNvSpPr txBox="1"/>
          <p:nvPr/>
        </p:nvSpPr>
        <p:spPr>
          <a:xfrm>
            <a:off x="372748" y="1261839"/>
            <a:ext cx="10823928" cy="49449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2000">
                <a:solidFill>
                  <a:schemeClr val="bg1"/>
                </a:solidFill>
                <a:ea typeface="맑은 고딕"/>
              </a:rPr>
              <a:t>5. 유니티 에디터 인스톨</a:t>
            </a:r>
            <a:endParaRPr lang="ko-KR" altLang="en-US" sz="2000">
              <a:solidFill>
                <a:schemeClr val="bg1"/>
              </a:solidFill>
              <a:ea typeface="맑은 고딕" panose="020B0503020000020004" pitchFamily="34" charset="-127"/>
            </a:endParaRPr>
          </a:p>
        </p:txBody>
      </p:sp>
      <p:pic>
        <p:nvPicPr>
          <p:cNvPr id="5" name="그림 4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9F761F1-C05E-5578-ACA1-4B5CEC2A8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8849" y="1764081"/>
            <a:ext cx="8797208" cy="5093919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3762A100-22FD-4E52-3E2A-3C9BB57AF817}"/>
              </a:ext>
            </a:extLst>
          </p:cNvPr>
          <p:cNvSpPr/>
          <p:nvPr/>
        </p:nvSpPr>
        <p:spPr>
          <a:xfrm>
            <a:off x="3746810" y="3992137"/>
            <a:ext cx="8028878" cy="8028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8128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1B0758-9431-928D-FF3D-7DFC6D412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367634CF-4B90-5069-2663-9FD7124F8E0F}"/>
              </a:ext>
            </a:extLst>
          </p:cNvPr>
          <p:cNvSpPr txBox="1"/>
          <p:nvPr/>
        </p:nvSpPr>
        <p:spPr>
          <a:xfrm>
            <a:off x="324649" y="327581"/>
            <a:ext cx="11292258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800" b="1">
                <a:solidFill>
                  <a:schemeClr val="bg1"/>
                </a:solidFill>
                <a:ea typeface="맑은 고딕"/>
              </a:rPr>
              <a:t>유니티 설치</a:t>
            </a:r>
            <a:endParaRPr lang="ko-KR" altLang="en-US" sz="2800" b="1" dirty="0">
              <a:solidFill>
                <a:schemeClr val="bg1"/>
              </a:solidFill>
              <a:ea typeface="맑은 고딕"/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C6F80314-FA98-5C28-A825-12E6852AC0CF}"/>
              </a:ext>
            </a:extLst>
          </p:cNvPr>
          <p:cNvCxnSpPr/>
          <p:nvPr/>
        </p:nvCxnSpPr>
        <p:spPr>
          <a:xfrm flipV="1">
            <a:off x="376135" y="840155"/>
            <a:ext cx="11192576" cy="25887"/>
          </a:xfrm>
          <a:prstGeom prst="straightConnector1">
            <a:avLst/>
          </a:prstGeom>
          <a:ln w="571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extBox 4">
            <a:extLst>
              <a:ext uri="{FF2B5EF4-FFF2-40B4-BE49-F238E27FC236}">
                <a16:creationId xmlns:a16="http://schemas.microsoft.com/office/drawing/2014/main" id="{B3ADC63D-D245-13CF-F204-1A3C9438172E}"/>
              </a:ext>
            </a:extLst>
          </p:cNvPr>
          <p:cNvSpPr txBox="1"/>
          <p:nvPr/>
        </p:nvSpPr>
        <p:spPr>
          <a:xfrm>
            <a:off x="372748" y="1261839"/>
            <a:ext cx="10823928" cy="49449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2000">
                <a:solidFill>
                  <a:schemeClr val="bg1"/>
                </a:solidFill>
                <a:ea typeface="맑은 고딕"/>
              </a:rPr>
              <a:t>6. 유니티 에디터 인스톨 설정</a:t>
            </a:r>
            <a:endParaRPr lang="ko-KR" altLang="en-US" sz="2000">
              <a:solidFill>
                <a:schemeClr val="bg1"/>
              </a:solidFill>
              <a:ea typeface="맑은 고딕" panose="020B0503020000020004" pitchFamily="34" charset="-127"/>
            </a:endParaRPr>
          </a:p>
        </p:txBody>
      </p:sp>
      <p:pic>
        <p:nvPicPr>
          <p:cNvPr id="9" name="그림 8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1B32610-21FB-6D73-2FC5-5E8269B70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3667" y="1722002"/>
            <a:ext cx="7952201" cy="3466188"/>
          </a:xfrm>
          <a:prstGeom prst="rect">
            <a:avLst/>
          </a:prstGeom>
        </p:spPr>
      </p:pic>
      <p:pic>
        <p:nvPicPr>
          <p:cNvPr id="10" name="그림 9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35E88AD-B54A-C9E4-9A60-DEFC5B23AB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2754" y="5288593"/>
            <a:ext cx="7943590" cy="1541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89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C317C7-0515-D40B-CD10-8C102AE16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89351921-1BE0-8F55-205A-9FE9B2C314D9}"/>
              </a:ext>
            </a:extLst>
          </p:cNvPr>
          <p:cNvSpPr txBox="1"/>
          <p:nvPr/>
        </p:nvSpPr>
        <p:spPr>
          <a:xfrm>
            <a:off x="324649" y="327581"/>
            <a:ext cx="11292258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800" b="1">
                <a:solidFill>
                  <a:schemeClr val="bg1"/>
                </a:solidFill>
                <a:ea typeface="맑은 고딕"/>
              </a:rPr>
              <a:t>Visual Studio 설치</a:t>
            </a: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6BCD3DBE-93FA-3936-6881-B8EC2F18D77C}"/>
              </a:ext>
            </a:extLst>
          </p:cNvPr>
          <p:cNvCxnSpPr/>
          <p:nvPr/>
        </p:nvCxnSpPr>
        <p:spPr>
          <a:xfrm flipV="1">
            <a:off x="376135" y="840155"/>
            <a:ext cx="11192576" cy="25887"/>
          </a:xfrm>
          <a:prstGeom prst="straightConnector1">
            <a:avLst/>
          </a:prstGeom>
          <a:ln w="571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" name="그림 2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5DD3D54-7072-064E-BBCE-743988BB6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3850" y="1732767"/>
            <a:ext cx="8739396" cy="51252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2C6A584-2CA6-87F1-C58C-4811DF6E71AA}"/>
              </a:ext>
            </a:extLst>
          </p:cNvPr>
          <p:cNvSpPr txBox="1"/>
          <p:nvPr/>
        </p:nvSpPr>
        <p:spPr>
          <a:xfrm>
            <a:off x="372748" y="1261839"/>
            <a:ext cx="10823928" cy="49449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2000">
                <a:solidFill>
                  <a:schemeClr val="bg1"/>
                </a:solidFill>
                <a:ea typeface="맑은 고딕"/>
              </a:rPr>
              <a:t>1. Visual Studio 인스톨 설정</a:t>
            </a:r>
            <a:endParaRPr lang="ko-KR" altLang="en-US" sz="2000">
              <a:solidFill>
                <a:schemeClr val="bg1"/>
              </a:solidFill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07759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D52CFB-19F4-65B5-8D1C-B570C96CB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AE2C5C11-EC30-90E0-9CB3-F1769F442542}"/>
              </a:ext>
            </a:extLst>
          </p:cNvPr>
          <p:cNvSpPr txBox="1"/>
          <p:nvPr/>
        </p:nvSpPr>
        <p:spPr>
          <a:xfrm>
            <a:off x="324649" y="327581"/>
            <a:ext cx="11292258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800" b="1">
                <a:solidFill>
                  <a:schemeClr val="bg1"/>
                </a:solidFill>
                <a:ea typeface="맑은 고딕"/>
              </a:rPr>
              <a:t>설치</a:t>
            </a:r>
            <a:endParaRPr lang="ko-KR" altLang="en-US" sz="2800" b="1" dirty="0">
              <a:solidFill>
                <a:schemeClr val="bg1"/>
              </a:solidFill>
              <a:ea typeface="맑은 고딕"/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B47F9016-3D6A-E6ED-1807-609512850554}"/>
              </a:ext>
            </a:extLst>
          </p:cNvPr>
          <p:cNvCxnSpPr/>
          <p:nvPr/>
        </p:nvCxnSpPr>
        <p:spPr>
          <a:xfrm flipV="1">
            <a:off x="376135" y="840155"/>
            <a:ext cx="11192576" cy="25887"/>
          </a:xfrm>
          <a:prstGeom prst="straightConnector1">
            <a:avLst/>
          </a:prstGeom>
          <a:ln w="571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343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59</Words>
  <Application>Microsoft Office PowerPoint</Application>
  <PresentationFormat>와이드스크린</PresentationFormat>
  <Paragraphs>15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/>
  <cp:lastModifiedBy>HYUN JONG LEE</cp:lastModifiedBy>
  <cp:revision>2511</cp:revision>
  <dcterms:created xsi:type="dcterms:W3CDTF">2024-07-26T01:16:36Z</dcterms:created>
  <dcterms:modified xsi:type="dcterms:W3CDTF">2026-04-13T02:34:26Z</dcterms:modified>
</cp:coreProperties>
</file>